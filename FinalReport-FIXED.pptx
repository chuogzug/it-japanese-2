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81" r:id="rId2"/>
    <p:sldId id="284" r:id="rId3"/>
    <p:sldId id="285" r:id="rId4"/>
    <p:sldId id="289" r:id="rId5"/>
    <p:sldId id="291" r:id="rId6"/>
    <p:sldId id="292" r:id="rId7"/>
    <p:sldId id="290" r:id="rId8"/>
    <p:sldId id="294" r:id="rId9"/>
    <p:sldId id="258" r:id="rId10"/>
    <p:sldId id="257" r:id="rId11"/>
    <p:sldId id="262" r:id="rId12"/>
    <p:sldId id="275" r:id="rId13"/>
    <p:sldId id="276" r:id="rId14"/>
    <p:sldId id="273" r:id="rId15"/>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0F1"/>
    <a:srgbClr val="128AE1"/>
    <a:srgbClr val="323940"/>
    <a:srgbClr val="31343B"/>
    <a:srgbClr val="2C2F36"/>
    <a:srgbClr val="2D3037"/>
    <a:srgbClr val="0AA5C8"/>
    <a:srgbClr val="311D7E"/>
    <a:srgbClr val="FE0000"/>
    <a:srgbClr val="411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90"/>
  </p:normalViewPr>
  <p:slideViewPr>
    <p:cSldViewPr snapToGrid="0" snapToObjects="1">
      <p:cViewPr>
        <p:scale>
          <a:sx n="50" d="100"/>
          <a:sy n="50" d="100"/>
        </p:scale>
        <p:origin x="1866" y="13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FDEEA1-956A-4AFB-ABC5-DCB461D8FCB6}" type="datetimeFigureOut">
              <a:rPr lang="en-US" smtClean="0"/>
              <a:t>7/12/2022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5AEE93-928E-470A-92AC-F090C05E3BC8}" type="slidenum">
              <a:rPr lang="en-US" smtClean="0"/>
              <a:t>‹#›</a:t>
            </a:fld>
            <a:endParaRPr lang="en-US"/>
          </a:p>
        </p:txBody>
      </p:sp>
    </p:spTree>
    <p:extLst>
      <p:ext uri="{BB962C8B-B14F-4D97-AF65-F5344CB8AC3E}">
        <p14:creationId xmlns:p14="http://schemas.microsoft.com/office/powerpoint/2010/main" val="2048592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dirty="0"/>
          </a:p>
        </p:txBody>
      </p:sp>
      <p:sp>
        <p:nvSpPr>
          <p:cNvPr id="4" name="Chỗ dành sẵn cho Số hiệu Bản chiếu 3"/>
          <p:cNvSpPr>
            <a:spLocks noGrp="1"/>
          </p:cNvSpPr>
          <p:nvPr>
            <p:ph type="sldNum" sz="quarter" idx="5"/>
          </p:nvPr>
        </p:nvSpPr>
        <p:spPr/>
        <p:txBody>
          <a:bodyPr/>
          <a:lstStyle/>
          <a:p>
            <a:fld id="{875AEE93-928E-470A-92AC-F090C05E3BC8}" type="slidenum">
              <a:rPr lang="en-US" smtClean="0"/>
              <a:t>13</a:t>
            </a:fld>
            <a:endParaRPr lang="en-US"/>
          </a:p>
        </p:txBody>
      </p:sp>
    </p:spTree>
    <p:extLst>
      <p:ext uri="{BB962C8B-B14F-4D97-AF65-F5344CB8AC3E}">
        <p14:creationId xmlns:p14="http://schemas.microsoft.com/office/powerpoint/2010/main" val="729684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D216C-933B-644F-8776-36CAC1078F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E231559F-30E8-674C-98FD-1C8B1695DF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E1A9C189-4D23-C540-82E7-4F8DA4EE0565}"/>
              </a:ext>
            </a:extLst>
          </p:cNvPr>
          <p:cNvSpPr>
            <a:spLocks noGrp="1"/>
          </p:cNvSpPr>
          <p:nvPr>
            <p:ph type="dt" sz="half" idx="10"/>
          </p:nvPr>
        </p:nvSpPr>
        <p:spPr/>
        <p:txBody>
          <a:bodyPr/>
          <a:lstStyle/>
          <a:p>
            <a:fld id="{E694B2D3-6DEE-6C43-B7D8-29A2F46538C2}" type="datetime1">
              <a:rPr lang="en-US" smtClean="0"/>
              <a:t>7/12/2022</a:t>
            </a:fld>
            <a:endParaRPr lang="en-VN"/>
          </a:p>
        </p:txBody>
      </p:sp>
      <p:sp>
        <p:nvSpPr>
          <p:cNvPr id="5" name="Footer Placeholder 4">
            <a:extLst>
              <a:ext uri="{FF2B5EF4-FFF2-40B4-BE49-F238E27FC236}">
                <a16:creationId xmlns:a16="http://schemas.microsoft.com/office/drawing/2014/main" id="{27BC85E7-A6D1-8642-9C83-2222994D633E}"/>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3EAB69B5-5BF5-834F-93A9-AF0B2B0E3D84}"/>
              </a:ext>
            </a:extLst>
          </p:cNvPr>
          <p:cNvSpPr>
            <a:spLocks noGrp="1"/>
          </p:cNvSpPr>
          <p:nvPr>
            <p:ph type="sldNum" sz="quarter" idx="12"/>
          </p:nvPr>
        </p:nvSpPr>
        <p:spPr/>
        <p:txBody>
          <a:bodyPr/>
          <a:lstStyle/>
          <a:p>
            <a:fld id="{E9AE0C10-0EF1-C246-872D-CC0E704EB9A9}" type="slidenum">
              <a:rPr lang="en-VN" smtClean="0"/>
              <a:t>‹#›</a:t>
            </a:fld>
            <a:endParaRPr lang="en-VN"/>
          </a:p>
        </p:txBody>
      </p:sp>
    </p:spTree>
    <p:extLst>
      <p:ext uri="{BB962C8B-B14F-4D97-AF65-F5344CB8AC3E}">
        <p14:creationId xmlns:p14="http://schemas.microsoft.com/office/powerpoint/2010/main" val="4109529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DD3F-40EA-E44D-8A6B-08FE6C2220F0}"/>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77FFC759-303D-424B-B51F-167BC54D61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507277D4-CF37-4F48-BD7C-C5A58B2A512F}"/>
              </a:ext>
            </a:extLst>
          </p:cNvPr>
          <p:cNvSpPr>
            <a:spLocks noGrp="1"/>
          </p:cNvSpPr>
          <p:nvPr>
            <p:ph type="dt" sz="half" idx="10"/>
          </p:nvPr>
        </p:nvSpPr>
        <p:spPr/>
        <p:txBody>
          <a:bodyPr/>
          <a:lstStyle/>
          <a:p>
            <a:fld id="{2E600FAE-ECD2-5246-A23F-01EAACF2818D}" type="datetime1">
              <a:rPr lang="en-US" smtClean="0"/>
              <a:t>7/12/2022</a:t>
            </a:fld>
            <a:endParaRPr lang="en-VN"/>
          </a:p>
        </p:txBody>
      </p:sp>
      <p:sp>
        <p:nvSpPr>
          <p:cNvPr id="5" name="Footer Placeholder 4">
            <a:extLst>
              <a:ext uri="{FF2B5EF4-FFF2-40B4-BE49-F238E27FC236}">
                <a16:creationId xmlns:a16="http://schemas.microsoft.com/office/drawing/2014/main" id="{C91B2F99-5B1B-C849-8A63-837F482E397F}"/>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5B57F244-8AF9-2F42-82B1-4DCF129D456C}"/>
              </a:ext>
            </a:extLst>
          </p:cNvPr>
          <p:cNvSpPr>
            <a:spLocks noGrp="1"/>
          </p:cNvSpPr>
          <p:nvPr>
            <p:ph type="sldNum" sz="quarter" idx="12"/>
          </p:nvPr>
        </p:nvSpPr>
        <p:spPr/>
        <p:txBody>
          <a:bodyPr/>
          <a:lstStyle/>
          <a:p>
            <a:fld id="{E9AE0C10-0EF1-C246-872D-CC0E704EB9A9}" type="slidenum">
              <a:rPr lang="en-VN" smtClean="0"/>
              <a:t>‹#›</a:t>
            </a:fld>
            <a:endParaRPr lang="en-VN"/>
          </a:p>
        </p:txBody>
      </p:sp>
    </p:spTree>
    <p:extLst>
      <p:ext uri="{BB962C8B-B14F-4D97-AF65-F5344CB8AC3E}">
        <p14:creationId xmlns:p14="http://schemas.microsoft.com/office/powerpoint/2010/main" val="4182648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4483D-A33D-984E-A8DD-4A4DEF7335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2809ABB3-83E3-4841-ADA9-64EE3604C4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42036D-4126-F541-BC2B-53A76C1684EE}"/>
              </a:ext>
            </a:extLst>
          </p:cNvPr>
          <p:cNvSpPr>
            <a:spLocks noGrp="1"/>
          </p:cNvSpPr>
          <p:nvPr>
            <p:ph type="dt" sz="half" idx="10"/>
          </p:nvPr>
        </p:nvSpPr>
        <p:spPr/>
        <p:txBody>
          <a:bodyPr/>
          <a:lstStyle/>
          <a:p>
            <a:fld id="{E62B4354-46E8-D546-807A-6D42524E6900}" type="datetime1">
              <a:rPr lang="en-US" smtClean="0"/>
              <a:t>7/12/2022</a:t>
            </a:fld>
            <a:endParaRPr lang="en-VN"/>
          </a:p>
        </p:txBody>
      </p:sp>
      <p:sp>
        <p:nvSpPr>
          <p:cNvPr id="5" name="Footer Placeholder 4">
            <a:extLst>
              <a:ext uri="{FF2B5EF4-FFF2-40B4-BE49-F238E27FC236}">
                <a16:creationId xmlns:a16="http://schemas.microsoft.com/office/drawing/2014/main" id="{75C7FAA0-8998-DB43-8835-AD5A046E1E92}"/>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3F100180-3DC6-7C45-98A5-152DA4922675}"/>
              </a:ext>
            </a:extLst>
          </p:cNvPr>
          <p:cNvSpPr>
            <a:spLocks noGrp="1"/>
          </p:cNvSpPr>
          <p:nvPr>
            <p:ph type="sldNum" sz="quarter" idx="12"/>
          </p:nvPr>
        </p:nvSpPr>
        <p:spPr/>
        <p:txBody>
          <a:bodyPr/>
          <a:lstStyle/>
          <a:p>
            <a:fld id="{E9AE0C10-0EF1-C246-872D-CC0E704EB9A9}" type="slidenum">
              <a:rPr lang="en-VN" smtClean="0"/>
              <a:t>‹#›</a:t>
            </a:fld>
            <a:endParaRPr lang="en-VN"/>
          </a:p>
        </p:txBody>
      </p:sp>
    </p:spTree>
    <p:extLst>
      <p:ext uri="{BB962C8B-B14F-4D97-AF65-F5344CB8AC3E}">
        <p14:creationId xmlns:p14="http://schemas.microsoft.com/office/powerpoint/2010/main" val="3225070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D063B-743C-7443-99C3-D53E06EDC06B}"/>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8525E002-46FA-C94D-B38B-144D2B8107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8F9AE045-B8F7-2744-84EA-0FF8FEADAA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6F2A6A5F-568D-C04E-A712-E6F97D45E2B8}"/>
              </a:ext>
            </a:extLst>
          </p:cNvPr>
          <p:cNvSpPr>
            <a:spLocks noGrp="1"/>
          </p:cNvSpPr>
          <p:nvPr>
            <p:ph type="dt" sz="half" idx="10"/>
          </p:nvPr>
        </p:nvSpPr>
        <p:spPr/>
        <p:txBody>
          <a:bodyPr/>
          <a:lstStyle/>
          <a:p>
            <a:fld id="{56FAAF9F-B068-BE49-906A-B9429D9A2A3A}" type="datetime1">
              <a:rPr lang="en-US" smtClean="0"/>
              <a:t>7/12/2022</a:t>
            </a:fld>
            <a:endParaRPr lang="en-VN"/>
          </a:p>
        </p:txBody>
      </p:sp>
      <p:sp>
        <p:nvSpPr>
          <p:cNvPr id="6" name="Footer Placeholder 5">
            <a:extLst>
              <a:ext uri="{FF2B5EF4-FFF2-40B4-BE49-F238E27FC236}">
                <a16:creationId xmlns:a16="http://schemas.microsoft.com/office/drawing/2014/main" id="{B14C06BA-CACD-F647-9C98-C040FFBDE5B5}"/>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B371A0E5-494C-704C-9F83-EF1196AEF41D}"/>
              </a:ext>
            </a:extLst>
          </p:cNvPr>
          <p:cNvSpPr>
            <a:spLocks noGrp="1"/>
          </p:cNvSpPr>
          <p:nvPr>
            <p:ph type="sldNum" sz="quarter" idx="12"/>
          </p:nvPr>
        </p:nvSpPr>
        <p:spPr/>
        <p:txBody>
          <a:bodyPr/>
          <a:lstStyle/>
          <a:p>
            <a:fld id="{E9AE0C10-0EF1-C246-872D-CC0E704EB9A9}" type="slidenum">
              <a:rPr lang="en-VN" smtClean="0"/>
              <a:t>‹#›</a:t>
            </a:fld>
            <a:endParaRPr lang="en-VN"/>
          </a:p>
        </p:txBody>
      </p:sp>
    </p:spTree>
    <p:extLst>
      <p:ext uri="{BB962C8B-B14F-4D97-AF65-F5344CB8AC3E}">
        <p14:creationId xmlns:p14="http://schemas.microsoft.com/office/powerpoint/2010/main" val="3851270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A3EFD-E4F9-694C-94A2-BA2A994E7AC4}"/>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F4A7AA11-9120-4540-AE26-F85E4CAC6B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3245C4-50B6-264A-822B-2F1AF11601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51836C51-0F36-4542-83B3-F1EFA0167C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FC5D40-25D1-294E-B186-5001583A84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39A3AF02-1BF0-DB4F-8FF8-A0D12263523E}"/>
              </a:ext>
            </a:extLst>
          </p:cNvPr>
          <p:cNvSpPr>
            <a:spLocks noGrp="1"/>
          </p:cNvSpPr>
          <p:nvPr>
            <p:ph type="dt" sz="half" idx="10"/>
          </p:nvPr>
        </p:nvSpPr>
        <p:spPr/>
        <p:txBody>
          <a:bodyPr/>
          <a:lstStyle/>
          <a:p>
            <a:fld id="{2E59F4C5-04B1-7445-8A71-9BD5A366AC27}" type="datetime1">
              <a:rPr lang="en-US" smtClean="0"/>
              <a:t>7/12/2022</a:t>
            </a:fld>
            <a:endParaRPr lang="en-VN"/>
          </a:p>
        </p:txBody>
      </p:sp>
      <p:sp>
        <p:nvSpPr>
          <p:cNvPr id="8" name="Footer Placeholder 7">
            <a:extLst>
              <a:ext uri="{FF2B5EF4-FFF2-40B4-BE49-F238E27FC236}">
                <a16:creationId xmlns:a16="http://schemas.microsoft.com/office/drawing/2014/main" id="{489D281C-A268-CE41-8347-BFA0E90FDCAA}"/>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F98D94F9-A851-FC49-ACBC-8B163343BE3B}"/>
              </a:ext>
            </a:extLst>
          </p:cNvPr>
          <p:cNvSpPr>
            <a:spLocks noGrp="1"/>
          </p:cNvSpPr>
          <p:nvPr>
            <p:ph type="sldNum" sz="quarter" idx="12"/>
          </p:nvPr>
        </p:nvSpPr>
        <p:spPr/>
        <p:txBody>
          <a:bodyPr/>
          <a:lstStyle/>
          <a:p>
            <a:fld id="{E9AE0C10-0EF1-C246-872D-CC0E704EB9A9}" type="slidenum">
              <a:rPr lang="en-VN" smtClean="0"/>
              <a:t>‹#›</a:t>
            </a:fld>
            <a:endParaRPr lang="en-VN"/>
          </a:p>
        </p:txBody>
      </p:sp>
    </p:spTree>
    <p:extLst>
      <p:ext uri="{BB962C8B-B14F-4D97-AF65-F5344CB8AC3E}">
        <p14:creationId xmlns:p14="http://schemas.microsoft.com/office/powerpoint/2010/main" val="266476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06CB7-B873-B14D-ACDC-4D2CA9807DB2}"/>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DF15A651-648F-3A43-9E4B-8BB2630EDB91}"/>
              </a:ext>
            </a:extLst>
          </p:cNvPr>
          <p:cNvSpPr>
            <a:spLocks noGrp="1"/>
          </p:cNvSpPr>
          <p:nvPr>
            <p:ph type="dt" sz="half" idx="10"/>
          </p:nvPr>
        </p:nvSpPr>
        <p:spPr/>
        <p:txBody>
          <a:bodyPr/>
          <a:lstStyle/>
          <a:p>
            <a:fld id="{0ADCFF57-C12E-794B-95DE-C8C2583734EE}" type="datetime1">
              <a:rPr lang="en-US" smtClean="0"/>
              <a:t>7/12/2022</a:t>
            </a:fld>
            <a:endParaRPr lang="en-VN"/>
          </a:p>
        </p:txBody>
      </p:sp>
      <p:sp>
        <p:nvSpPr>
          <p:cNvPr id="4" name="Footer Placeholder 3">
            <a:extLst>
              <a:ext uri="{FF2B5EF4-FFF2-40B4-BE49-F238E27FC236}">
                <a16:creationId xmlns:a16="http://schemas.microsoft.com/office/drawing/2014/main" id="{274F4CC4-792E-E447-A5E0-96C78E95E366}"/>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44FF7B36-4B90-B942-A763-42B980CC5625}"/>
              </a:ext>
            </a:extLst>
          </p:cNvPr>
          <p:cNvSpPr>
            <a:spLocks noGrp="1"/>
          </p:cNvSpPr>
          <p:nvPr>
            <p:ph type="sldNum" sz="quarter" idx="12"/>
          </p:nvPr>
        </p:nvSpPr>
        <p:spPr/>
        <p:txBody>
          <a:bodyPr/>
          <a:lstStyle/>
          <a:p>
            <a:fld id="{E9AE0C10-0EF1-C246-872D-CC0E704EB9A9}" type="slidenum">
              <a:rPr lang="en-VN" smtClean="0"/>
              <a:t>‹#›</a:t>
            </a:fld>
            <a:endParaRPr lang="en-VN"/>
          </a:p>
        </p:txBody>
      </p:sp>
    </p:spTree>
    <p:extLst>
      <p:ext uri="{BB962C8B-B14F-4D97-AF65-F5344CB8AC3E}">
        <p14:creationId xmlns:p14="http://schemas.microsoft.com/office/powerpoint/2010/main" val="2604810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27A82C-3BE9-AD44-8BBA-7220048BD9A3}"/>
              </a:ext>
            </a:extLst>
          </p:cNvPr>
          <p:cNvSpPr>
            <a:spLocks noGrp="1"/>
          </p:cNvSpPr>
          <p:nvPr>
            <p:ph type="dt" sz="half" idx="10"/>
          </p:nvPr>
        </p:nvSpPr>
        <p:spPr/>
        <p:txBody>
          <a:bodyPr/>
          <a:lstStyle/>
          <a:p>
            <a:fld id="{E4C8DB93-6FE2-F64C-BC03-CED829E55848}" type="datetime1">
              <a:rPr lang="en-US" smtClean="0"/>
              <a:t>7/12/2022</a:t>
            </a:fld>
            <a:endParaRPr lang="en-VN"/>
          </a:p>
        </p:txBody>
      </p:sp>
      <p:sp>
        <p:nvSpPr>
          <p:cNvPr id="3" name="Footer Placeholder 2">
            <a:extLst>
              <a:ext uri="{FF2B5EF4-FFF2-40B4-BE49-F238E27FC236}">
                <a16:creationId xmlns:a16="http://schemas.microsoft.com/office/drawing/2014/main" id="{ACF9BBE2-96F8-6D4E-8A76-1FCCC91EFADF}"/>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295BEFBC-B233-C147-B858-5EF254E1D1CE}"/>
              </a:ext>
            </a:extLst>
          </p:cNvPr>
          <p:cNvSpPr>
            <a:spLocks noGrp="1"/>
          </p:cNvSpPr>
          <p:nvPr>
            <p:ph type="sldNum" sz="quarter" idx="12"/>
          </p:nvPr>
        </p:nvSpPr>
        <p:spPr/>
        <p:txBody>
          <a:bodyPr/>
          <a:lstStyle/>
          <a:p>
            <a:fld id="{E9AE0C10-0EF1-C246-872D-CC0E704EB9A9}" type="slidenum">
              <a:rPr lang="en-VN" smtClean="0"/>
              <a:t>‹#›</a:t>
            </a:fld>
            <a:endParaRPr lang="en-VN"/>
          </a:p>
        </p:txBody>
      </p:sp>
    </p:spTree>
    <p:extLst>
      <p:ext uri="{BB962C8B-B14F-4D97-AF65-F5344CB8AC3E}">
        <p14:creationId xmlns:p14="http://schemas.microsoft.com/office/powerpoint/2010/main" val="1014851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5750E-E98F-9446-B790-00A86E14B2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803595E5-7211-5A41-8C63-8FE03E090F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8AD3312B-6202-514C-B4E4-8154AAEE5E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2BD964-307C-994C-B28D-9020F1AAA0A4}"/>
              </a:ext>
            </a:extLst>
          </p:cNvPr>
          <p:cNvSpPr>
            <a:spLocks noGrp="1"/>
          </p:cNvSpPr>
          <p:nvPr>
            <p:ph type="dt" sz="half" idx="10"/>
          </p:nvPr>
        </p:nvSpPr>
        <p:spPr/>
        <p:txBody>
          <a:bodyPr/>
          <a:lstStyle/>
          <a:p>
            <a:fld id="{C8880A17-EE21-774F-830F-1E702C658951}" type="datetime1">
              <a:rPr lang="en-US" smtClean="0"/>
              <a:t>7/12/2022</a:t>
            </a:fld>
            <a:endParaRPr lang="en-VN"/>
          </a:p>
        </p:txBody>
      </p:sp>
      <p:sp>
        <p:nvSpPr>
          <p:cNvPr id="6" name="Footer Placeholder 5">
            <a:extLst>
              <a:ext uri="{FF2B5EF4-FFF2-40B4-BE49-F238E27FC236}">
                <a16:creationId xmlns:a16="http://schemas.microsoft.com/office/drawing/2014/main" id="{6A0CB3CA-4B99-CA49-897F-8038AD0AB661}"/>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3DE1E857-9908-5D41-8644-2E5F2D74BE97}"/>
              </a:ext>
            </a:extLst>
          </p:cNvPr>
          <p:cNvSpPr>
            <a:spLocks noGrp="1"/>
          </p:cNvSpPr>
          <p:nvPr>
            <p:ph type="sldNum" sz="quarter" idx="12"/>
          </p:nvPr>
        </p:nvSpPr>
        <p:spPr/>
        <p:txBody>
          <a:bodyPr/>
          <a:lstStyle/>
          <a:p>
            <a:fld id="{E9AE0C10-0EF1-C246-872D-CC0E704EB9A9}" type="slidenum">
              <a:rPr lang="en-VN" smtClean="0"/>
              <a:t>‹#›</a:t>
            </a:fld>
            <a:endParaRPr lang="en-VN"/>
          </a:p>
        </p:txBody>
      </p:sp>
    </p:spTree>
    <p:extLst>
      <p:ext uri="{BB962C8B-B14F-4D97-AF65-F5344CB8AC3E}">
        <p14:creationId xmlns:p14="http://schemas.microsoft.com/office/powerpoint/2010/main" val="3374033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5D758-A381-A340-868E-525657D6CC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3E0E013E-9E6B-0645-BFDE-CBAB6F641D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125A8D9E-E558-1345-8EDE-3475EA1CCF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AFD9FB-7A33-A64D-B513-8C91A8F8262D}"/>
              </a:ext>
            </a:extLst>
          </p:cNvPr>
          <p:cNvSpPr>
            <a:spLocks noGrp="1"/>
          </p:cNvSpPr>
          <p:nvPr>
            <p:ph type="dt" sz="half" idx="10"/>
          </p:nvPr>
        </p:nvSpPr>
        <p:spPr/>
        <p:txBody>
          <a:bodyPr/>
          <a:lstStyle/>
          <a:p>
            <a:fld id="{A7F52B90-1B25-A64B-A834-5C0CE11D4DFD}" type="datetime1">
              <a:rPr lang="en-US" smtClean="0"/>
              <a:t>7/12/2022</a:t>
            </a:fld>
            <a:endParaRPr lang="en-VN"/>
          </a:p>
        </p:txBody>
      </p:sp>
      <p:sp>
        <p:nvSpPr>
          <p:cNvPr id="6" name="Footer Placeholder 5">
            <a:extLst>
              <a:ext uri="{FF2B5EF4-FFF2-40B4-BE49-F238E27FC236}">
                <a16:creationId xmlns:a16="http://schemas.microsoft.com/office/drawing/2014/main" id="{105D4A4F-6B31-964D-964B-FC9DFA738373}"/>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A6FB18E4-38B3-6941-89BB-B6517B2D735A}"/>
              </a:ext>
            </a:extLst>
          </p:cNvPr>
          <p:cNvSpPr>
            <a:spLocks noGrp="1"/>
          </p:cNvSpPr>
          <p:nvPr>
            <p:ph type="sldNum" sz="quarter" idx="12"/>
          </p:nvPr>
        </p:nvSpPr>
        <p:spPr/>
        <p:txBody>
          <a:bodyPr/>
          <a:lstStyle/>
          <a:p>
            <a:fld id="{E9AE0C10-0EF1-C246-872D-CC0E704EB9A9}" type="slidenum">
              <a:rPr lang="en-VN" smtClean="0"/>
              <a:t>‹#›</a:t>
            </a:fld>
            <a:endParaRPr lang="en-VN"/>
          </a:p>
        </p:txBody>
      </p:sp>
    </p:spTree>
    <p:extLst>
      <p:ext uri="{BB962C8B-B14F-4D97-AF65-F5344CB8AC3E}">
        <p14:creationId xmlns:p14="http://schemas.microsoft.com/office/powerpoint/2010/main" val="3325586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08736-DFD5-5D4A-8679-B54FBECD6216}"/>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EC3A1143-6954-DE48-A5F1-D3FED50745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12D5D1FC-CE8B-A343-B26A-6FA5A374E0E4}"/>
              </a:ext>
            </a:extLst>
          </p:cNvPr>
          <p:cNvSpPr>
            <a:spLocks noGrp="1"/>
          </p:cNvSpPr>
          <p:nvPr>
            <p:ph type="dt" sz="half" idx="10"/>
          </p:nvPr>
        </p:nvSpPr>
        <p:spPr/>
        <p:txBody>
          <a:bodyPr/>
          <a:lstStyle/>
          <a:p>
            <a:fld id="{38105CD8-F18C-0D4D-8270-5DDE4111480A}" type="datetime1">
              <a:rPr lang="en-US" smtClean="0"/>
              <a:t>7/12/2022</a:t>
            </a:fld>
            <a:endParaRPr lang="en-VN"/>
          </a:p>
        </p:txBody>
      </p:sp>
      <p:sp>
        <p:nvSpPr>
          <p:cNvPr id="5" name="Footer Placeholder 4">
            <a:extLst>
              <a:ext uri="{FF2B5EF4-FFF2-40B4-BE49-F238E27FC236}">
                <a16:creationId xmlns:a16="http://schemas.microsoft.com/office/drawing/2014/main" id="{0895E1AB-2F15-4F44-B54D-9500292C5EE8}"/>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740CDA0E-7A6D-2342-B99D-243F88591B41}"/>
              </a:ext>
            </a:extLst>
          </p:cNvPr>
          <p:cNvSpPr>
            <a:spLocks noGrp="1"/>
          </p:cNvSpPr>
          <p:nvPr>
            <p:ph type="sldNum" sz="quarter" idx="12"/>
          </p:nvPr>
        </p:nvSpPr>
        <p:spPr/>
        <p:txBody>
          <a:bodyPr/>
          <a:lstStyle/>
          <a:p>
            <a:fld id="{E9AE0C10-0EF1-C246-872D-CC0E704EB9A9}" type="slidenum">
              <a:rPr lang="en-VN" smtClean="0"/>
              <a:t>‹#›</a:t>
            </a:fld>
            <a:endParaRPr lang="en-VN"/>
          </a:p>
        </p:txBody>
      </p:sp>
    </p:spTree>
    <p:extLst>
      <p:ext uri="{BB962C8B-B14F-4D97-AF65-F5344CB8AC3E}">
        <p14:creationId xmlns:p14="http://schemas.microsoft.com/office/powerpoint/2010/main" val="2101124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2F5DFE-5D01-0A46-BB7C-9D8C716B77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DE3C83EE-E837-1E42-BE72-86E8DB6C2A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1C6D49D6-A359-BC47-BC6A-18EAF44D9A88}"/>
              </a:ext>
            </a:extLst>
          </p:cNvPr>
          <p:cNvSpPr>
            <a:spLocks noGrp="1"/>
          </p:cNvSpPr>
          <p:nvPr>
            <p:ph type="dt" sz="half" idx="10"/>
          </p:nvPr>
        </p:nvSpPr>
        <p:spPr/>
        <p:txBody>
          <a:bodyPr/>
          <a:lstStyle/>
          <a:p>
            <a:fld id="{0BC2060F-B037-244B-B858-1C3D60C5965E}" type="datetime1">
              <a:rPr lang="en-US" smtClean="0"/>
              <a:t>7/12/2022</a:t>
            </a:fld>
            <a:endParaRPr lang="en-VN"/>
          </a:p>
        </p:txBody>
      </p:sp>
      <p:sp>
        <p:nvSpPr>
          <p:cNvPr id="5" name="Footer Placeholder 4">
            <a:extLst>
              <a:ext uri="{FF2B5EF4-FFF2-40B4-BE49-F238E27FC236}">
                <a16:creationId xmlns:a16="http://schemas.microsoft.com/office/drawing/2014/main" id="{1A26EC19-CAFF-E44B-AC59-2AF74E890303}"/>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78370331-A0CD-0C48-B065-CF9F9A1D6AF8}"/>
              </a:ext>
            </a:extLst>
          </p:cNvPr>
          <p:cNvSpPr>
            <a:spLocks noGrp="1"/>
          </p:cNvSpPr>
          <p:nvPr>
            <p:ph type="sldNum" sz="quarter" idx="12"/>
          </p:nvPr>
        </p:nvSpPr>
        <p:spPr/>
        <p:txBody>
          <a:bodyPr/>
          <a:lstStyle/>
          <a:p>
            <a:fld id="{E9AE0C10-0EF1-C246-872D-CC0E704EB9A9}" type="slidenum">
              <a:rPr lang="en-VN" smtClean="0"/>
              <a:t>‹#›</a:t>
            </a:fld>
            <a:endParaRPr lang="en-VN"/>
          </a:p>
        </p:txBody>
      </p:sp>
    </p:spTree>
    <p:extLst>
      <p:ext uri="{BB962C8B-B14F-4D97-AF65-F5344CB8AC3E}">
        <p14:creationId xmlns:p14="http://schemas.microsoft.com/office/powerpoint/2010/main" val="162213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718958-CA94-5E40-B36F-24AB0C00CC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92590E91-D757-2748-99B8-3BEC0F492B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EDE00328-B053-584C-9CD1-689722F175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380339-B3FF-CD43-AB71-185B16043C9C}" type="datetime1">
              <a:rPr lang="en-US" smtClean="0"/>
              <a:t>7/12/2022</a:t>
            </a:fld>
            <a:endParaRPr lang="en-VN"/>
          </a:p>
        </p:txBody>
      </p:sp>
      <p:sp>
        <p:nvSpPr>
          <p:cNvPr id="5" name="Footer Placeholder 4">
            <a:extLst>
              <a:ext uri="{FF2B5EF4-FFF2-40B4-BE49-F238E27FC236}">
                <a16:creationId xmlns:a16="http://schemas.microsoft.com/office/drawing/2014/main" id="{731426D3-D448-C54C-B156-848AE28A0A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VN"/>
          </a:p>
        </p:txBody>
      </p:sp>
      <p:sp>
        <p:nvSpPr>
          <p:cNvPr id="6" name="Slide Number Placeholder 5">
            <a:extLst>
              <a:ext uri="{FF2B5EF4-FFF2-40B4-BE49-F238E27FC236}">
                <a16:creationId xmlns:a16="http://schemas.microsoft.com/office/drawing/2014/main" id="{9C7C1243-03F3-3B45-9B47-4E91684E15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AE0C10-0EF1-C246-872D-CC0E704EB9A9}" type="slidenum">
              <a:rPr lang="en-VN" smtClean="0"/>
              <a:t>‹#›</a:t>
            </a:fld>
            <a:endParaRPr lang="en-VN"/>
          </a:p>
        </p:txBody>
      </p:sp>
    </p:spTree>
    <p:extLst>
      <p:ext uri="{BB962C8B-B14F-4D97-AF65-F5344CB8AC3E}">
        <p14:creationId xmlns:p14="http://schemas.microsoft.com/office/powerpoint/2010/main" val="3149204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3" Type="http://schemas.openxmlformats.org/officeDocument/2006/relationships/image" Target="../media/image8.svg"/><Relationship Id="rId7" Type="http://schemas.openxmlformats.org/officeDocument/2006/relationships/image" Target="../media/image12.sv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1159E"/>
        </a:solidFill>
        <a:effectLst/>
      </p:bgPr>
    </p:bg>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F476D24D-318A-63FF-CBD7-ED84354D2E4B}"/>
              </a:ext>
            </a:extLst>
          </p:cNvPr>
          <p:cNvSpPr>
            <a:spLocks noGrp="1"/>
          </p:cNvSpPr>
          <p:nvPr>
            <p:ph type="sldNum" sz="quarter" idx="12"/>
          </p:nvPr>
        </p:nvSpPr>
        <p:spPr/>
        <p:txBody>
          <a:bodyPr/>
          <a:lstStyle/>
          <a:p>
            <a:fld id="{E9AE0C10-0EF1-C246-872D-CC0E704EB9A9}" type="slidenum">
              <a:rPr lang="en-VN" smtClean="0"/>
              <a:t>1</a:t>
            </a:fld>
            <a:endParaRPr lang="en-VN"/>
          </a:p>
        </p:txBody>
      </p:sp>
      <p:pic>
        <p:nvPicPr>
          <p:cNvPr id="6" name="Hình ảnh 5">
            <a:extLst>
              <a:ext uri="{FF2B5EF4-FFF2-40B4-BE49-F238E27FC236}">
                <a16:creationId xmlns:a16="http://schemas.microsoft.com/office/drawing/2014/main" id="{DEDB1570-5928-B214-9DB6-1B3B5A2F7E8D}"/>
              </a:ext>
            </a:extLst>
          </p:cNvPr>
          <p:cNvPicPr>
            <a:picLocks noChangeAspect="1"/>
          </p:cNvPicPr>
          <p:nvPr/>
        </p:nvPicPr>
        <p:blipFill>
          <a:blip r:embed="rId2"/>
          <a:stretch>
            <a:fillRect/>
          </a:stretch>
        </p:blipFill>
        <p:spPr>
          <a:xfrm>
            <a:off x="0" y="1199"/>
            <a:ext cx="12192000" cy="6855601"/>
          </a:xfrm>
          <a:prstGeom prst="rect">
            <a:avLst/>
          </a:prstGeom>
          <a:effectLst>
            <a:outerShdw blurRad="50800" dist="50800" dir="5400000" algn="ctr" rotWithShape="0">
              <a:srgbClr val="0D99BD"/>
            </a:outerShdw>
          </a:effectLst>
        </p:spPr>
      </p:pic>
      <p:sp>
        <p:nvSpPr>
          <p:cNvPr id="12" name="Hộp Văn bản 11">
            <a:extLst>
              <a:ext uri="{FF2B5EF4-FFF2-40B4-BE49-F238E27FC236}">
                <a16:creationId xmlns:a16="http://schemas.microsoft.com/office/drawing/2014/main" id="{5BA10142-A307-A99A-3063-7F220676EBFD}"/>
              </a:ext>
            </a:extLst>
          </p:cNvPr>
          <p:cNvSpPr txBox="1"/>
          <p:nvPr/>
        </p:nvSpPr>
        <p:spPr>
          <a:xfrm>
            <a:off x="7119" y="1099038"/>
            <a:ext cx="6944668" cy="707886"/>
          </a:xfrm>
          <a:prstGeom prst="rect">
            <a:avLst/>
          </a:prstGeom>
          <a:noFill/>
        </p:spPr>
        <p:txBody>
          <a:bodyPr wrap="square">
            <a:spAutoFit/>
          </a:bodyPr>
          <a:lstStyle/>
          <a:p>
            <a:r>
              <a:rPr lang="vi-VN" sz="4000" b="1" dirty="0" err="1">
                <a:effectLst>
                  <a:outerShdw blurRad="38100" dist="38100" dir="2700000" algn="tl">
                    <a:srgbClr val="000000">
                      <a:alpha val="43137"/>
                    </a:srgbClr>
                  </a:outerShdw>
                </a:effectLst>
              </a:rPr>
              <a:t>衣料品店の収益管理システム</a:t>
            </a:r>
            <a:endParaRPr lang="vi-VN" sz="4000" b="1" dirty="0">
              <a:effectLst>
                <a:outerShdw blurRad="38100" dist="38100" dir="2700000" algn="tl">
                  <a:srgbClr val="000000">
                    <a:alpha val="43137"/>
                  </a:srgbClr>
                </a:outerShdw>
              </a:effectLst>
            </a:endParaRPr>
          </a:p>
        </p:txBody>
      </p:sp>
      <p:sp>
        <p:nvSpPr>
          <p:cNvPr id="2" name="Hộp Văn bản 1">
            <a:extLst>
              <a:ext uri="{FF2B5EF4-FFF2-40B4-BE49-F238E27FC236}">
                <a16:creationId xmlns:a16="http://schemas.microsoft.com/office/drawing/2014/main" id="{8C797C98-4786-56CE-26C9-8FC9C38B7FA5}"/>
              </a:ext>
            </a:extLst>
          </p:cNvPr>
          <p:cNvSpPr txBox="1"/>
          <p:nvPr/>
        </p:nvSpPr>
        <p:spPr>
          <a:xfrm>
            <a:off x="773724" y="4168051"/>
            <a:ext cx="2954655" cy="646331"/>
          </a:xfrm>
          <a:prstGeom prst="rect">
            <a:avLst/>
          </a:prstGeom>
          <a:noFill/>
        </p:spPr>
        <p:txBody>
          <a:bodyPr wrap="none" rtlCol="0">
            <a:spAutoFit/>
          </a:bodyPr>
          <a:lstStyle/>
          <a:p>
            <a:r>
              <a:rPr lang="ja-JP" alt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ＩＴの日本語</a:t>
            </a:r>
            <a:endParaRPr lang="vi-V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9413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23940"/>
        </a:solidFill>
        <a:effectLst/>
      </p:bgPr>
    </p:bg>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8AF84154-8E11-71ED-840F-02FC1C436AD0}"/>
              </a:ext>
            </a:extLst>
          </p:cNvPr>
          <p:cNvSpPr>
            <a:spLocks noGrp="1"/>
          </p:cNvSpPr>
          <p:nvPr>
            <p:ph type="sldNum" sz="quarter" idx="12"/>
          </p:nvPr>
        </p:nvSpPr>
        <p:spPr/>
        <p:txBody>
          <a:bodyPr/>
          <a:lstStyle/>
          <a:p>
            <a:fld id="{E9AE0C10-0EF1-C246-872D-CC0E704EB9A9}" type="slidenum">
              <a:rPr lang="en-VN" smtClean="0"/>
              <a:t>2</a:t>
            </a:fld>
            <a:endParaRPr lang="en-VN"/>
          </a:p>
        </p:txBody>
      </p:sp>
      <p:sp>
        <p:nvSpPr>
          <p:cNvPr id="7" name="Hộp Văn bản 6">
            <a:extLst>
              <a:ext uri="{FF2B5EF4-FFF2-40B4-BE49-F238E27FC236}">
                <a16:creationId xmlns:a16="http://schemas.microsoft.com/office/drawing/2014/main" id="{157E8429-7DFF-40B5-8DE6-C6E0F9FB580A}"/>
              </a:ext>
            </a:extLst>
          </p:cNvPr>
          <p:cNvSpPr txBox="1"/>
          <p:nvPr/>
        </p:nvSpPr>
        <p:spPr>
          <a:xfrm>
            <a:off x="7041100" y="435593"/>
            <a:ext cx="3139001" cy="769441"/>
          </a:xfrm>
          <a:prstGeom prst="rect">
            <a:avLst/>
          </a:prstGeom>
          <a:noFill/>
        </p:spPr>
        <p:txBody>
          <a:bodyPr wrap="none" rtlCol="0">
            <a:spAutoFit/>
          </a:bodyPr>
          <a:lstStyle/>
          <a:p>
            <a:pPr marL="0" marR="0" indent="0" algn="ctr">
              <a:spcBef>
                <a:spcPts val="2400"/>
              </a:spcBef>
              <a:spcAft>
                <a:spcPts val="2400"/>
              </a:spcAft>
              <a:tabLst>
                <a:tab pos="685800" algn="l"/>
                <a:tab pos="457200" algn="l"/>
              </a:tabLst>
            </a:pPr>
            <a:r>
              <a:rPr lang="ja-JP" altLang="en-US" sz="4400" b="1" kern="0" dirty="0">
                <a:solidFill>
                  <a:srgbClr val="0AA5C8"/>
                </a:solidFill>
                <a:effectLst/>
                <a:latin typeface="Arial" panose="020B0604020202020204" pitchFamily="34" charset="0"/>
                <a:ea typeface="Yu Gothic UI Semibold" panose="020B0700000000000000" pitchFamily="34" charset="-128"/>
                <a:cs typeface="MS Mincho" panose="02020609040205080304" pitchFamily="49" charset="-128"/>
              </a:rPr>
              <a:t>＿</a:t>
            </a:r>
            <a:r>
              <a:rPr lang="ja-JP" sz="4400" b="1" kern="0" dirty="0">
                <a:solidFill>
                  <a:srgbClr val="0AA5C8"/>
                </a:solidFill>
                <a:effectLst/>
                <a:latin typeface="Arial" panose="020B0604020202020204" pitchFamily="34" charset="0"/>
                <a:ea typeface="Yu Gothic UI Semibold" panose="020B0700000000000000" pitchFamily="34" charset="-128"/>
                <a:cs typeface="MS Mincho" panose="02020609040205080304" pitchFamily="49" charset="-128"/>
              </a:rPr>
              <a:t>はじめに</a:t>
            </a:r>
            <a:r>
              <a:rPr lang="ja-JP" altLang="en-US" sz="4400" b="1" kern="0" dirty="0">
                <a:solidFill>
                  <a:srgbClr val="0AA5C8"/>
                </a:solidFill>
                <a:effectLst/>
                <a:latin typeface="Arial" panose="020B0604020202020204" pitchFamily="34" charset="0"/>
                <a:ea typeface="Yu Gothic UI Semibold" panose="020B0700000000000000" pitchFamily="34" charset="-128"/>
                <a:cs typeface="MS Mincho" panose="02020609040205080304" pitchFamily="49" charset="-128"/>
              </a:rPr>
              <a:t>＿</a:t>
            </a:r>
            <a:endParaRPr lang="vi-VN" sz="4400" b="1" kern="0" dirty="0">
              <a:solidFill>
                <a:srgbClr val="0AA5C8"/>
              </a:solidFill>
              <a:effectLst/>
              <a:latin typeface="Arial" panose="020B0604020202020204" pitchFamily="34" charset="0"/>
              <a:ea typeface="Times New Roman" panose="02020603050405020304" pitchFamily="18" charset="0"/>
              <a:cs typeface="Times New Roman" panose="02020603050405020304" pitchFamily="18" charset="0"/>
            </a:endParaRPr>
          </a:p>
        </p:txBody>
      </p:sp>
      <p:pic>
        <p:nvPicPr>
          <p:cNvPr id="10" name="Hình ảnh 9">
            <a:extLst>
              <a:ext uri="{FF2B5EF4-FFF2-40B4-BE49-F238E27FC236}">
                <a16:creationId xmlns:a16="http://schemas.microsoft.com/office/drawing/2014/main" id="{4463F91D-A4D1-D445-19F6-7BDD18484248}"/>
              </a:ext>
            </a:extLst>
          </p:cNvPr>
          <p:cNvPicPr>
            <a:picLocks noChangeAspect="1"/>
          </p:cNvPicPr>
          <p:nvPr/>
        </p:nvPicPr>
        <p:blipFill>
          <a:blip r:embed="rId2"/>
          <a:stretch>
            <a:fillRect/>
          </a:stretch>
        </p:blipFill>
        <p:spPr>
          <a:xfrm>
            <a:off x="1193800" y="1502964"/>
            <a:ext cx="4198555" cy="3852072"/>
          </a:xfrm>
          <a:prstGeom prst="rect">
            <a:avLst/>
          </a:prstGeom>
        </p:spPr>
      </p:pic>
      <p:sp>
        <p:nvSpPr>
          <p:cNvPr id="11" name="Hộp Văn bản 10">
            <a:extLst>
              <a:ext uri="{FF2B5EF4-FFF2-40B4-BE49-F238E27FC236}">
                <a16:creationId xmlns:a16="http://schemas.microsoft.com/office/drawing/2014/main" id="{D8757272-44B9-06B0-B6C9-5401AA4F1740}"/>
              </a:ext>
            </a:extLst>
          </p:cNvPr>
          <p:cNvSpPr txBox="1"/>
          <p:nvPr/>
        </p:nvSpPr>
        <p:spPr>
          <a:xfrm>
            <a:off x="5778501" y="1477564"/>
            <a:ext cx="6070600" cy="5293757"/>
          </a:xfrm>
          <a:prstGeom prst="rect">
            <a:avLst/>
          </a:prstGeom>
          <a:noFill/>
        </p:spPr>
        <p:txBody>
          <a:bodyPr wrap="square" rtlCol="0">
            <a:spAutoFit/>
          </a:bodyPr>
          <a:lstStyle/>
          <a:p>
            <a:r>
              <a:rPr lang="ja-JP" altLang="en-US" sz="3200" b="1" kern="0" dirty="0">
                <a:solidFill>
                  <a:schemeClr val="bg1"/>
                </a:solidFill>
                <a:latin typeface="Arial" panose="020B0604020202020204" pitchFamily="34" charset="0"/>
                <a:ea typeface="Yu Gothic UI Semibold" panose="020B0700000000000000" pitchFamily="34" charset="-128"/>
              </a:rPr>
              <a:t>　このプロジェクトはオブジェクト指向言語プログラミング科目からプロジェクトです。私のグループはチイン．タイン．チュン博士が教えています「</a:t>
            </a:r>
            <a:r>
              <a:rPr lang="en-US" sz="3200" b="1" kern="0" dirty="0">
                <a:solidFill>
                  <a:schemeClr val="bg1"/>
                </a:solidFill>
                <a:latin typeface="Arial" panose="020B0604020202020204" pitchFamily="34" charset="0"/>
                <a:ea typeface="Yu Gothic UI Semibold" panose="020B0700000000000000" pitchFamily="34" charset="-128"/>
              </a:rPr>
              <a:t>1</a:t>
            </a:r>
            <a:r>
              <a:rPr lang="ja-JP" altLang="en-US" sz="3200" b="1" kern="0" dirty="0">
                <a:solidFill>
                  <a:schemeClr val="bg1"/>
                </a:solidFill>
                <a:latin typeface="Arial" panose="020B0604020202020204" pitchFamily="34" charset="0"/>
                <a:ea typeface="Yu Gothic UI Semibold" panose="020B0700000000000000" pitchFamily="34" charset="-128"/>
              </a:rPr>
              <a:t>」。この二科目は進度が違うせいで、今はプロジェクトがきっと全部完成していませんでした</a:t>
            </a:r>
            <a:r>
              <a:rPr lang="en-US" sz="3200" b="1" kern="0" dirty="0">
                <a:solidFill>
                  <a:schemeClr val="bg1"/>
                </a:solidFill>
                <a:latin typeface="Arial" panose="020B0604020202020204" pitchFamily="34" charset="0"/>
                <a:ea typeface="Yu Gothic UI Semibold" panose="020B0700000000000000" pitchFamily="34" charset="-128"/>
                <a:sym typeface="Segoe UI Emoji" panose="020B0502040204020203" pitchFamily="34" charset="0"/>
              </a:rPr>
              <a:t>☹</a:t>
            </a:r>
            <a:r>
              <a:rPr lang="ja-JP" altLang="en-US" sz="3200" b="1" kern="0" dirty="0">
                <a:solidFill>
                  <a:schemeClr val="bg1"/>
                </a:solidFill>
                <a:latin typeface="Arial" panose="020B0604020202020204" pitchFamily="34" charset="0"/>
                <a:ea typeface="Yu Gothic UI Semibold" panose="020B0700000000000000" pitchFamily="34" charset="-128"/>
              </a:rPr>
              <a:t>。それで、どやっても発表とやるのを大変頑張っても、なかなか欠陥は防げないはずです。　</a:t>
            </a:r>
            <a:r>
              <a:rPr lang="en-US" altLang="ja-JP" sz="3200" b="1" kern="0" dirty="0">
                <a:solidFill>
                  <a:schemeClr val="bg1"/>
                </a:solidFill>
                <a:latin typeface="Arial" panose="020B0604020202020204" pitchFamily="34" charset="0"/>
                <a:ea typeface="Yu Gothic UI Semibold" panose="020B0700000000000000" pitchFamily="34" charset="-128"/>
              </a:rPr>
              <a:t>				</a:t>
            </a:r>
            <a:r>
              <a:rPr lang="ja-JP" altLang="en-US" sz="3200" b="1" kern="0" dirty="0">
                <a:solidFill>
                  <a:schemeClr val="bg1"/>
                </a:solidFill>
                <a:latin typeface="Arial" panose="020B0604020202020204" pitchFamily="34" charset="0"/>
                <a:ea typeface="Yu Gothic UI Semibold" panose="020B0700000000000000" pitchFamily="34" charset="-128"/>
              </a:rPr>
              <a:t>よろしく！</a:t>
            </a:r>
            <a:endParaRPr lang="vi-VN" sz="3200" b="1" kern="0" dirty="0">
              <a:solidFill>
                <a:schemeClr val="bg1"/>
              </a:solidFill>
              <a:latin typeface="Arial" panose="020B0604020202020204" pitchFamily="34" charset="0"/>
              <a:ea typeface="Yu Gothic UI Semibold" panose="020B0700000000000000" pitchFamily="34" charset="-128"/>
            </a:endParaRPr>
          </a:p>
          <a:p>
            <a:endParaRPr lang="vi-VN" dirty="0">
              <a:solidFill>
                <a:schemeClr val="bg1"/>
              </a:solidFill>
            </a:endParaRPr>
          </a:p>
        </p:txBody>
      </p:sp>
    </p:spTree>
    <p:extLst>
      <p:ext uri="{BB962C8B-B14F-4D97-AF65-F5344CB8AC3E}">
        <p14:creationId xmlns:p14="http://schemas.microsoft.com/office/powerpoint/2010/main" val="136214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23940"/>
        </a:solidFill>
        <a:effectLst/>
      </p:bgPr>
    </p:bg>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61E97176-B9D1-668E-85A1-CFC8BD1E05C3}"/>
              </a:ext>
            </a:extLst>
          </p:cNvPr>
          <p:cNvSpPr>
            <a:spLocks noGrp="1"/>
          </p:cNvSpPr>
          <p:nvPr>
            <p:ph type="sldNum" sz="quarter" idx="12"/>
          </p:nvPr>
        </p:nvSpPr>
        <p:spPr/>
        <p:txBody>
          <a:bodyPr/>
          <a:lstStyle/>
          <a:p>
            <a:fld id="{E9AE0C10-0EF1-C246-872D-CC0E704EB9A9}" type="slidenum">
              <a:rPr lang="en-VN" smtClean="0"/>
              <a:t>3</a:t>
            </a:fld>
            <a:endParaRPr lang="en-VN"/>
          </a:p>
        </p:txBody>
      </p:sp>
      <p:sp>
        <p:nvSpPr>
          <p:cNvPr id="9" name="Hộp Văn bản 8">
            <a:extLst>
              <a:ext uri="{FF2B5EF4-FFF2-40B4-BE49-F238E27FC236}">
                <a16:creationId xmlns:a16="http://schemas.microsoft.com/office/drawing/2014/main" id="{AF77C49D-239D-5854-8235-D0FF1919C3A5}"/>
              </a:ext>
            </a:extLst>
          </p:cNvPr>
          <p:cNvSpPr txBox="1"/>
          <p:nvPr/>
        </p:nvSpPr>
        <p:spPr>
          <a:xfrm>
            <a:off x="494638" y="507712"/>
            <a:ext cx="3268844" cy="584775"/>
          </a:xfrm>
          <a:prstGeom prst="rect">
            <a:avLst/>
          </a:prstGeom>
          <a:noFill/>
        </p:spPr>
        <p:txBody>
          <a:bodyPr wrap="none" rtlCol="0">
            <a:spAutoFit/>
          </a:bodyPr>
          <a:lstStyle/>
          <a:p>
            <a:r>
              <a:rPr lang="ja-JP" altLang="en-US" sz="3200" b="1" kern="0" dirty="0">
                <a:solidFill>
                  <a:schemeClr val="bg1"/>
                </a:solidFill>
                <a:latin typeface="Arial" panose="020B0604020202020204" pitchFamily="34" charset="0"/>
                <a:ea typeface="Yu Gothic UI Semibold" panose="020B0700000000000000" pitchFamily="34" charset="-128"/>
              </a:rPr>
              <a:t>メンバーのお仕着せ</a:t>
            </a:r>
            <a:endParaRPr lang="vi-VN" sz="3200" b="1" kern="0" dirty="0">
              <a:solidFill>
                <a:schemeClr val="bg1"/>
              </a:solidFill>
              <a:effectLst/>
              <a:latin typeface="Arial" panose="020B0604020202020204" pitchFamily="34" charset="0"/>
              <a:ea typeface="Times New Roman" panose="02020603050405020304" pitchFamily="18" charset="0"/>
              <a:cs typeface="Times New Roman" panose="02020603050405020304" pitchFamily="18" charset="0"/>
            </a:endParaRPr>
          </a:p>
        </p:txBody>
      </p:sp>
      <p:cxnSp>
        <p:nvCxnSpPr>
          <p:cNvPr id="11" name="Đường nối Thẳng 10">
            <a:extLst>
              <a:ext uri="{FF2B5EF4-FFF2-40B4-BE49-F238E27FC236}">
                <a16:creationId xmlns:a16="http://schemas.microsoft.com/office/drawing/2014/main" id="{EA844481-305E-B257-9BA7-F98E2D926DBC}"/>
              </a:ext>
            </a:extLst>
          </p:cNvPr>
          <p:cNvCxnSpPr>
            <a:cxnSpLocks/>
          </p:cNvCxnSpPr>
          <p:nvPr/>
        </p:nvCxnSpPr>
        <p:spPr>
          <a:xfrm>
            <a:off x="606287" y="1102426"/>
            <a:ext cx="3001617"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Hình Bầu dục 12">
            <a:extLst>
              <a:ext uri="{FF2B5EF4-FFF2-40B4-BE49-F238E27FC236}">
                <a16:creationId xmlns:a16="http://schemas.microsoft.com/office/drawing/2014/main" id="{4DBDCCA6-2209-0B11-AB82-42D81E795B4A}"/>
              </a:ext>
            </a:extLst>
          </p:cNvPr>
          <p:cNvSpPr/>
          <p:nvPr/>
        </p:nvSpPr>
        <p:spPr>
          <a:xfrm>
            <a:off x="3131869" y="1331844"/>
            <a:ext cx="2383305" cy="23833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Hình Bầu dục 13">
            <a:extLst>
              <a:ext uri="{FF2B5EF4-FFF2-40B4-BE49-F238E27FC236}">
                <a16:creationId xmlns:a16="http://schemas.microsoft.com/office/drawing/2014/main" id="{B86918AB-9AAB-CC5D-8D9E-B62FE4A4F226}"/>
              </a:ext>
            </a:extLst>
          </p:cNvPr>
          <p:cNvSpPr/>
          <p:nvPr/>
        </p:nvSpPr>
        <p:spPr>
          <a:xfrm>
            <a:off x="7128443" y="1431236"/>
            <a:ext cx="2383305" cy="23833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Hộp Văn bản 14">
            <a:extLst>
              <a:ext uri="{FF2B5EF4-FFF2-40B4-BE49-F238E27FC236}">
                <a16:creationId xmlns:a16="http://schemas.microsoft.com/office/drawing/2014/main" id="{E41EF6D6-9059-C105-026D-8C133950F526}"/>
              </a:ext>
            </a:extLst>
          </p:cNvPr>
          <p:cNvSpPr txBox="1"/>
          <p:nvPr/>
        </p:nvSpPr>
        <p:spPr>
          <a:xfrm>
            <a:off x="3168673" y="3978159"/>
            <a:ext cx="2492990" cy="646331"/>
          </a:xfrm>
          <a:prstGeom prst="rect">
            <a:avLst/>
          </a:prstGeom>
          <a:noFill/>
        </p:spPr>
        <p:txBody>
          <a:bodyPr wrap="none" rtlCol="0">
            <a:spAutoFit/>
          </a:bodyPr>
          <a:lstStyle/>
          <a:p>
            <a:r>
              <a:rPr lang="ja-JP" sz="1800" dirty="0">
                <a:solidFill>
                  <a:schemeClr val="bg1"/>
                </a:solidFill>
                <a:effectLst/>
                <a:latin typeface="Times New Roman" panose="02020603050405020304" pitchFamily="18" charset="0"/>
                <a:ea typeface="MS Mincho" panose="02020609040205080304" pitchFamily="49" charset="-128"/>
                <a:cs typeface="MS Mincho" panose="02020609040205080304" pitchFamily="49" charset="-128"/>
              </a:rPr>
              <a:t>チュオン．タン．ズン</a:t>
            </a:r>
            <a:endParaRPr lang="vi-VN" sz="1800" dirty="0">
              <a:solidFill>
                <a:schemeClr val="bg1"/>
              </a:solidFill>
              <a:effectLst/>
              <a:latin typeface="Times New Roman" panose="02020603050405020304" pitchFamily="18" charset="0"/>
              <a:ea typeface="Times New Roman" panose="02020603050405020304" pitchFamily="18" charset="0"/>
            </a:endParaRPr>
          </a:p>
          <a:p>
            <a:endParaRPr lang="vi-VN" dirty="0">
              <a:solidFill>
                <a:schemeClr val="bg1"/>
              </a:solidFill>
            </a:endParaRPr>
          </a:p>
        </p:txBody>
      </p:sp>
      <p:sp>
        <p:nvSpPr>
          <p:cNvPr id="17" name="Hộp Văn bản 16">
            <a:extLst>
              <a:ext uri="{FF2B5EF4-FFF2-40B4-BE49-F238E27FC236}">
                <a16:creationId xmlns:a16="http://schemas.microsoft.com/office/drawing/2014/main" id="{4FE62759-1E04-D91A-5BBD-231B5034949E}"/>
              </a:ext>
            </a:extLst>
          </p:cNvPr>
          <p:cNvSpPr txBox="1"/>
          <p:nvPr/>
        </p:nvSpPr>
        <p:spPr>
          <a:xfrm>
            <a:off x="7128443" y="3908397"/>
            <a:ext cx="6097656" cy="392928"/>
          </a:xfrm>
          <a:prstGeom prst="rect">
            <a:avLst/>
          </a:prstGeom>
          <a:noFill/>
        </p:spPr>
        <p:txBody>
          <a:bodyPr wrap="square">
            <a:spAutoFit/>
          </a:bodyPr>
          <a:lstStyle/>
          <a:p>
            <a:pPr marL="0" marR="0">
              <a:lnSpc>
                <a:spcPct val="120000"/>
              </a:lnSpc>
              <a:spcBef>
                <a:spcPts val="400"/>
              </a:spcBef>
              <a:spcAft>
                <a:spcPts val="0"/>
              </a:spcAft>
            </a:pPr>
            <a:r>
              <a:rPr lang="ja-JP" sz="1800" dirty="0">
                <a:solidFill>
                  <a:schemeClr val="bg1"/>
                </a:solidFill>
                <a:effectLst/>
                <a:latin typeface="Times New Roman" panose="02020603050405020304" pitchFamily="18" charset="0"/>
                <a:ea typeface="MS Mincho" panose="02020609040205080304" pitchFamily="49" charset="-128"/>
                <a:cs typeface="MS Mincho" panose="02020609040205080304" pitchFamily="49" charset="-128"/>
              </a:rPr>
              <a:t>トゥー。ミン。トゥー</a:t>
            </a:r>
            <a:endParaRPr lang="vi-VN" sz="1800" dirty="0">
              <a:solidFill>
                <a:schemeClr val="bg1"/>
              </a:solidFill>
              <a:effectLst/>
              <a:latin typeface="Times New Roman" panose="02020603050405020304" pitchFamily="18" charset="0"/>
              <a:ea typeface="Times New Roman" panose="02020603050405020304" pitchFamily="18" charset="0"/>
            </a:endParaRPr>
          </a:p>
        </p:txBody>
      </p:sp>
      <p:sp>
        <p:nvSpPr>
          <p:cNvPr id="19" name="Hộp Văn bản 18">
            <a:extLst>
              <a:ext uri="{FF2B5EF4-FFF2-40B4-BE49-F238E27FC236}">
                <a16:creationId xmlns:a16="http://schemas.microsoft.com/office/drawing/2014/main" id="{C2DC4F3A-C2DB-E955-A3E8-F198B88DA792}"/>
              </a:ext>
            </a:extLst>
          </p:cNvPr>
          <p:cNvSpPr txBox="1"/>
          <p:nvPr/>
        </p:nvSpPr>
        <p:spPr>
          <a:xfrm>
            <a:off x="3223094" y="4486798"/>
            <a:ext cx="6614490" cy="369332"/>
          </a:xfrm>
          <a:prstGeom prst="rect">
            <a:avLst/>
          </a:prstGeom>
          <a:noFill/>
        </p:spPr>
        <p:txBody>
          <a:bodyPr wrap="square">
            <a:spAutoFit/>
          </a:bodyPr>
          <a:lstStyle/>
          <a:p>
            <a:r>
              <a:rPr lang="ja-JP" sz="1800" dirty="0">
                <a:solidFill>
                  <a:schemeClr val="bg1"/>
                </a:solidFill>
                <a:effectLst/>
                <a:ea typeface="MS Mincho" panose="02020609040205080304" pitchFamily="49" charset="-128"/>
                <a:cs typeface="MS Mincho" panose="02020609040205080304" pitchFamily="49" charset="-128"/>
              </a:rPr>
              <a:t>レポートを書きました</a:t>
            </a:r>
            <a:endParaRPr lang="vi-VN" dirty="0">
              <a:solidFill>
                <a:schemeClr val="bg1"/>
              </a:solidFill>
            </a:endParaRPr>
          </a:p>
        </p:txBody>
      </p:sp>
      <p:sp>
        <p:nvSpPr>
          <p:cNvPr id="21" name="Hộp Văn bản 20">
            <a:extLst>
              <a:ext uri="{FF2B5EF4-FFF2-40B4-BE49-F238E27FC236}">
                <a16:creationId xmlns:a16="http://schemas.microsoft.com/office/drawing/2014/main" id="{EF626A9E-CEB7-E05B-3A42-787ED5C3931A}"/>
              </a:ext>
            </a:extLst>
          </p:cNvPr>
          <p:cNvSpPr txBox="1"/>
          <p:nvPr/>
        </p:nvSpPr>
        <p:spPr>
          <a:xfrm>
            <a:off x="7132155" y="4476898"/>
            <a:ext cx="6614490" cy="369332"/>
          </a:xfrm>
          <a:prstGeom prst="rect">
            <a:avLst/>
          </a:prstGeom>
          <a:noFill/>
        </p:spPr>
        <p:txBody>
          <a:bodyPr wrap="square">
            <a:spAutoFit/>
          </a:bodyPr>
          <a:lstStyle/>
          <a:p>
            <a:r>
              <a:rPr lang="ja-JP" sz="1800" dirty="0">
                <a:solidFill>
                  <a:schemeClr val="bg1"/>
                </a:solidFill>
                <a:effectLst/>
                <a:ea typeface="MS Mincho" panose="02020609040205080304" pitchFamily="49" charset="-128"/>
                <a:cs typeface="MS Mincho" panose="02020609040205080304" pitchFamily="49" charset="-128"/>
              </a:rPr>
              <a:t>プレゼンテーションのデザイン</a:t>
            </a:r>
            <a:endParaRPr lang="vi-VN" dirty="0">
              <a:solidFill>
                <a:schemeClr val="bg1"/>
              </a:solidFill>
            </a:endParaRPr>
          </a:p>
        </p:txBody>
      </p:sp>
      <p:sp>
        <p:nvSpPr>
          <p:cNvPr id="23" name="Hộp Văn bản 22">
            <a:extLst>
              <a:ext uri="{FF2B5EF4-FFF2-40B4-BE49-F238E27FC236}">
                <a16:creationId xmlns:a16="http://schemas.microsoft.com/office/drawing/2014/main" id="{8E39ACA9-ABFE-1DA3-F769-D86D1B5E29ED}"/>
              </a:ext>
            </a:extLst>
          </p:cNvPr>
          <p:cNvSpPr txBox="1"/>
          <p:nvPr/>
        </p:nvSpPr>
        <p:spPr>
          <a:xfrm>
            <a:off x="1627104" y="3968622"/>
            <a:ext cx="6872908" cy="369332"/>
          </a:xfrm>
          <a:prstGeom prst="rect">
            <a:avLst/>
          </a:prstGeom>
          <a:noFill/>
        </p:spPr>
        <p:txBody>
          <a:bodyPr wrap="square">
            <a:spAutoFit/>
          </a:bodyPr>
          <a:lstStyle/>
          <a:p>
            <a:r>
              <a:rPr lang="ja-JP" sz="1800" b="1" dirty="0">
                <a:solidFill>
                  <a:schemeClr val="bg1"/>
                </a:solidFill>
                <a:effectLst/>
                <a:ea typeface="MS Mincho" panose="02020609040205080304" pitchFamily="49" charset="-128"/>
                <a:cs typeface="MS Mincho" panose="02020609040205080304" pitchFamily="49" charset="-128"/>
              </a:rPr>
              <a:t>名前</a:t>
            </a:r>
            <a:endParaRPr lang="vi-VN" dirty="0">
              <a:solidFill>
                <a:schemeClr val="bg1"/>
              </a:solidFill>
            </a:endParaRPr>
          </a:p>
        </p:txBody>
      </p:sp>
      <p:sp>
        <p:nvSpPr>
          <p:cNvPr id="25" name="Hộp Văn bản 24">
            <a:extLst>
              <a:ext uri="{FF2B5EF4-FFF2-40B4-BE49-F238E27FC236}">
                <a16:creationId xmlns:a16="http://schemas.microsoft.com/office/drawing/2014/main" id="{40702742-F5C3-4442-69A1-F4BC5A4416A4}"/>
              </a:ext>
            </a:extLst>
          </p:cNvPr>
          <p:cNvSpPr txBox="1"/>
          <p:nvPr/>
        </p:nvSpPr>
        <p:spPr>
          <a:xfrm>
            <a:off x="1627104" y="4476898"/>
            <a:ext cx="6872908" cy="369332"/>
          </a:xfrm>
          <a:prstGeom prst="rect">
            <a:avLst/>
          </a:prstGeom>
          <a:noFill/>
        </p:spPr>
        <p:txBody>
          <a:bodyPr wrap="square">
            <a:spAutoFit/>
          </a:bodyPr>
          <a:lstStyle/>
          <a:p>
            <a:r>
              <a:rPr lang="ja-JP" sz="1800" b="1" dirty="0">
                <a:solidFill>
                  <a:schemeClr val="bg1"/>
                </a:solidFill>
                <a:effectLst/>
                <a:ea typeface="MS Mincho" panose="02020609040205080304" pitchFamily="49" charset="-128"/>
                <a:cs typeface="MS Mincho" panose="02020609040205080304" pitchFamily="49" charset="-128"/>
              </a:rPr>
              <a:t>仕事</a:t>
            </a:r>
            <a:endParaRPr lang="vi-VN" dirty="0">
              <a:solidFill>
                <a:schemeClr val="bg1"/>
              </a:solidFill>
            </a:endParaRPr>
          </a:p>
        </p:txBody>
      </p:sp>
    </p:spTree>
    <p:extLst>
      <p:ext uri="{BB962C8B-B14F-4D97-AF65-F5344CB8AC3E}">
        <p14:creationId xmlns:p14="http://schemas.microsoft.com/office/powerpoint/2010/main" val="3674595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23940"/>
        </a:solidFill>
        <a:effectLst/>
      </p:bgPr>
    </p:bg>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61E97176-B9D1-668E-85A1-CFC8BD1E05C3}"/>
              </a:ext>
            </a:extLst>
          </p:cNvPr>
          <p:cNvSpPr>
            <a:spLocks noGrp="1"/>
          </p:cNvSpPr>
          <p:nvPr>
            <p:ph type="sldNum" sz="quarter" idx="12"/>
          </p:nvPr>
        </p:nvSpPr>
        <p:spPr/>
        <p:txBody>
          <a:bodyPr/>
          <a:lstStyle/>
          <a:p>
            <a:fld id="{E9AE0C10-0EF1-C246-872D-CC0E704EB9A9}" type="slidenum">
              <a:rPr lang="en-VN" smtClean="0"/>
              <a:t>4</a:t>
            </a:fld>
            <a:endParaRPr lang="en-VN"/>
          </a:p>
        </p:txBody>
      </p:sp>
      <p:grpSp>
        <p:nvGrpSpPr>
          <p:cNvPr id="49" name="Nhóm 48">
            <a:extLst>
              <a:ext uri="{FF2B5EF4-FFF2-40B4-BE49-F238E27FC236}">
                <a16:creationId xmlns:a16="http://schemas.microsoft.com/office/drawing/2014/main" id="{05956BE1-BF14-8414-A8F2-A0EB824D2A1F}"/>
              </a:ext>
            </a:extLst>
          </p:cNvPr>
          <p:cNvGrpSpPr/>
          <p:nvPr/>
        </p:nvGrpSpPr>
        <p:grpSpPr>
          <a:xfrm>
            <a:off x="5074242" y="1859339"/>
            <a:ext cx="2043512" cy="2043512"/>
            <a:chOff x="5074244" y="2407244"/>
            <a:chExt cx="2043512" cy="2043512"/>
          </a:xfrm>
        </p:grpSpPr>
        <p:grpSp>
          <p:nvGrpSpPr>
            <p:cNvPr id="15" name="Nhóm 14">
              <a:extLst>
                <a:ext uri="{FF2B5EF4-FFF2-40B4-BE49-F238E27FC236}">
                  <a16:creationId xmlns:a16="http://schemas.microsoft.com/office/drawing/2014/main" id="{3578928E-F6D5-C7ED-2A88-1F1F27C087D9}"/>
                </a:ext>
              </a:extLst>
            </p:cNvPr>
            <p:cNvGrpSpPr/>
            <p:nvPr/>
          </p:nvGrpSpPr>
          <p:grpSpPr>
            <a:xfrm>
              <a:off x="5074244" y="2407244"/>
              <a:ext cx="2043512" cy="2043512"/>
              <a:chOff x="8444612" y="3609536"/>
              <a:chExt cx="1781974" cy="1781974"/>
            </a:xfrm>
          </p:grpSpPr>
          <p:grpSp>
            <p:nvGrpSpPr>
              <p:cNvPr id="9" name="Nhóm 8">
                <a:extLst>
                  <a:ext uri="{FF2B5EF4-FFF2-40B4-BE49-F238E27FC236}">
                    <a16:creationId xmlns:a16="http://schemas.microsoft.com/office/drawing/2014/main" id="{23536217-9C4D-9A69-5CE6-7C69A41D0533}"/>
                  </a:ext>
                </a:extLst>
              </p:cNvPr>
              <p:cNvGrpSpPr/>
              <p:nvPr/>
            </p:nvGrpSpPr>
            <p:grpSpPr>
              <a:xfrm>
                <a:off x="8444612" y="3609536"/>
                <a:ext cx="1781974" cy="1781974"/>
                <a:chOff x="9000872" y="896816"/>
                <a:chExt cx="1781974" cy="1781974"/>
              </a:xfrm>
              <a:noFill/>
            </p:grpSpPr>
            <p:sp>
              <p:nvSpPr>
                <p:cNvPr id="5" name="Hình Bầu dục 4">
                  <a:extLst>
                    <a:ext uri="{FF2B5EF4-FFF2-40B4-BE49-F238E27FC236}">
                      <a16:creationId xmlns:a16="http://schemas.microsoft.com/office/drawing/2014/main" id="{2C61CF3E-ED58-E338-CDA1-8C82DAE36105}"/>
                    </a:ext>
                  </a:extLst>
                </p:cNvPr>
                <p:cNvSpPr/>
                <p:nvPr/>
              </p:nvSpPr>
              <p:spPr>
                <a:xfrm>
                  <a:off x="9000872" y="896816"/>
                  <a:ext cx="1781974" cy="1781974"/>
                </a:xfrm>
                <a:prstGeom prst="ellipse">
                  <a:avLst/>
                </a:prstGeom>
                <a:grp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ình Bầu dục 7">
                  <a:extLst>
                    <a:ext uri="{FF2B5EF4-FFF2-40B4-BE49-F238E27FC236}">
                      <a16:creationId xmlns:a16="http://schemas.microsoft.com/office/drawing/2014/main" id="{F3FA24E8-D9AB-7785-3C14-88260C3025C7}"/>
                    </a:ext>
                  </a:extLst>
                </p:cNvPr>
                <p:cNvSpPr/>
                <p:nvPr/>
              </p:nvSpPr>
              <p:spPr>
                <a:xfrm>
                  <a:off x="9234507" y="1130451"/>
                  <a:ext cx="1314703" cy="1314703"/>
                </a:xfrm>
                <a:prstGeom prst="ellipse">
                  <a:avLst/>
                </a:prstGeom>
                <a:grp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cxnSp>
            <p:nvCxnSpPr>
              <p:cNvPr id="11" name="Đường nối Thẳng 10">
                <a:extLst>
                  <a:ext uri="{FF2B5EF4-FFF2-40B4-BE49-F238E27FC236}">
                    <a16:creationId xmlns:a16="http://schemas.microsoft.com/office/drawing/2014/main" id="{D9EB39CC-3ADF-36B1-0B4C-786AD754D664}"/>
                  </a:ext>
                </a:extLst>
              </p:cNvPr>
              <p:cNvCxnSpPr>
                <a:cxnSpLocks/>
                <a:stCxn id="5" idx="0"/>
                <a:endCxn id="8" idx="0"/>
              </p:cNvCxnSpPr>
              <p:nvPr/>
            </p:nvCxnSpPr>
            <p:spPr>
              <a:xfrm>
                <a:off x="9335599" y="3609536"/>
                <a:ext cx="0" cy="23363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Đường nối Thẳng 12">
                <a:extLst>
                  <a:ext uri="{FF2B5EF4-FFF2-40B4-BE49-F238E27FC236}">
                    <a16:creationId xmlns:a16="http://schemas.microsoft.com/office/drawing/2014/main" id="{42AE93B1-7EC2-2F4C-A1EB-271A800ACFE0}"/>
                  </a:ext>
                </a:extLst>
              </p:cNvPr>
              <p:cNvCxnSpPr>
                <a:cxnSpLocks/>
              </p:cNvCxnSpPr>
              <p:nvPr/>
            </p:nvCxnSpPr>
            <p:spPr>
              <a:xfrm rot="-2280000">
                <a:off x="8859349" y="3771461"/>
                <a:ext cx="0" cy="23363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Đường nối Thẳng 13">
                <a:extLst>
                  <a:ext uri="{FF2B5EF4-FFF2-40B4-BE49-F238E27FC236}">
                    <a16:creationId xmlns:a16="http://schemas.microsoft.com/office/drawing/2014/main" id="{F331D77B-9FDC-9231-BC1A-FC0A2868D801}"/>
                  </a:ext>
                </a:extLst>
              </p:cNvPr>
              <p:cNvCxnSpPr>
                <a:cxnSpLocks/>
              </p:cNvCxnSpPr>
              <p:nvPr/>
            </p:nvCxnSpPr>
            <p:spPr>
              <a:xfrm rot="-1320000">
                <a:off x="9588010" y="5121766"/>
                <a:ext cx="0" cy="23363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17" name="Đồ họa 16" descr="Programmer male with solid fill">
              <a:extLst>
                <a:ext uri="{FF2B5EF4-FFF2-40B4-BE49-F238E27FC236}">
                  <a16:creationId xmlns:a16="http://schemas.microsoft.com/office/drawing/2014/main" id="{6A1F81FD-98EF-E76C-6C0E-8D3EC566F84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98624" y="2854549"/>
              <a:ext cx="1028700" cy="1028700"/>
            </a:xfrm>
            <a:prstGeom prst="rect">
              <a:avLst/>
            </a:prstGeom>
          </p:spPr>
        </p:pic>
      </p:grpSp>
      <p:sp>
        <p:nvSpPr>
          <p:cNvPr id="20" name="Hộp Văn bản 19">
            <a:extLst>
              <a:ext uri="{FF2B5EF4-FFF2-40B4-BE49-F238E27FC236}">
                <a16:creationId xmlns:a16="http://schemas.microsoft.com/office/drawing/2014/main" id="{3522B824-73B3-B487-DC14-9F94A900C917}"/>
              </a:ext>
            </a:extLst>
          </p:cNvPr>
          <p:cNvSpPr txBox="1"/>
          <p:nvPr/>
        </p:nvSpPr>
        <p:spPr>
          <a:xfrm>
            <a:off x="4634524" y="311194"/>
            <a:ext cx="6141426" cy="769441"/>
          </a:xfrm>
          <a:prstGeom prst="rect">
            <a:avLst/>
          </a:prstGeom>
          <a:noFill/>
        </p:spPr>
        <p:txBody>
          <a:bodyPr wrap="square">
            <a:spAutoFit/>
          </a:bodyPr>
          <a:lstStyle/>
          <a:p>
            <a:r>
              <a:rPr lang="vi-VN" sz="4400" dirty="0" err="1">
                <a:solidFill>
                  <a:schemeClr val="bg1"/>
                </a:solidFill>
              </a:rPr>
              <a:t>詳しい記述</a:t>
            </a:r>
            <a:endParaRPr lang="vi-VN" sz="4400" dirty="0">
              <a:solidFill>
                <a:schemeClr val="bg1"/>
              </a:solidFill>
            </a:endParaRPr>
          </a:p>
        </p:txBody>
      </p:sp>
      <p:grpSp>
        <p:nvGrpSpPr>
          <p:cNvPr id="31" name="Nhóm 30">
            <a:extLst>
              <a:ext uri="{FF2B5EF4-FFF2-40B4-BE49-F238E27FC236}">
                <a16:creationId xmlns:a16="http://schemas.microsoft.com/office/drawing/2014/main" id="{CD51EB34-1F8C-B380-0932-2477BF35C5D8}"/>
              </a:ext>
            </a:extLst>
          </p:cNvPr>
          <p:cNvGrpSpPr/>
          <p:nvPr/>
        </p:nvGrpSpPr>
        <p:grpSpPr>
          <a:xfrm>
            <a:off x="5303366" y="-150074"/>
            <a:ext cx="1619215" cy="775843"/>
            <a:chOff x="5273626" y="-162981"/>
            <a:chExt cx="1619215" cy="775843"/>
          </a:xfrm>
        </p:grpSpPr>
        <p:pic>
          <p:nvPicPr>
            <p:cNvPr id="27" name="Đồ họa 26" descr="Mountains with solid fill">
              <a:extLst>
                <a:ext uri="{FF2B5EF4-FFF2-40B4-BE49-F238E27FC236}">
                  <a16:creationId xmlns:a16="http://schemas.microsoft.com/office/drawing/2014/main" id="{2DE32B1E-BA77-B866-C2C7-ED71F430F5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5273626" y="-162981"/>
              <a:ext cx="914400" cy="775843"/>
            </a:xfrm>
            <a:prstGeom prst="rect">
              <a:avLst/>
            </a:prstGeom>
          </p:spPr>
        </p:pic>
        <p:pic>
          <p:nvPicPr>
            <p:cNvPr id="28" name="Đồ họa 27" descr="Mountains with solid fill">
              <a:extLst>
                <a:ext uri="{FF2B5EF4-FFF2-40B4-BE49-F238E27FC236}">
                  <a16:creationId xmlns:a16="http://schemas.microsoft.com/office/drawing/2014/main" id="{9705640F-D1AE-3E2E-16DB-925E6E3C4E2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flipV="1">
              <a:off x="5978441" y="-162981"/>
              <a:ext cx="914400" cy="775843"/>
            </a:xfrm>
            <a:prstGeom prst="rect">
              <a:avLst/>
            </a:prstGeom>
          </p:spPr>
        </p:pic>
      </p:grpSp>
      <p:grpSp>
        <p:nvGrpSpPr>
          <p:cNvPr id="35" name="Nhóm 34">
            <a:extLst>
              <a:ext uri="{FF2B5EF4-FFF2-40B4-BE49-F238E27FC236}">
                <a16:creationId xmlns:a16="http://schemas.microsoft.com/office/drawing/2014/main" id="{D8184081-1803-5415-8BCA-5091595B6674}"/>
              </a:ext>
            </a:extLst>
          </p:cNvPr>
          <p:cNvGrpSpPr/>
          <p:nvPr/>
        </p:nvGrpSpPr>
        <p:grpSpPr>
          <a:xfrm>
            <a:off x="4747639" y="987501"/>
            <a:ext cx="2696719" cy="196984"/>
            <a:chOff x="4804427" y="1101760"/>
            <a:chExt cx="2696719" cy="196984"/>
          </a:xfrm>
        </p:grpSpPr>
        <p:cxnSp>
          <p:nvCxnSpPr>
            <p:cNvPr id="23" name="Đường nối Thẳng 22">
              <a:extLst>
                <a:ext uri="{FF2B5EF4-FFF2-40B4-BE49-F238E27FC236}">
                  <a16:creationId xmlns:a16="http://schemas.microsoft.com/office/drawing/2014/main" id="{04178544-F7C9-FD80-7664-E8FBC6FF92D2}"/>
                </a:ext>
              </a:extLst>
            </p:cNvPr>
            <p:cNvCxnSpPr>
              <a:cxnSpLocks/>
            </p:cNvCxnSpPr>
            <p:nvPr/>
          </p:nvCxnSpPr>
          <p:spPr>
            <a:xfrm>
              <a:off x="4940138" y="1205938"/>
              <a:ext cx="2425297" cy="0"/>
            </a:xfrm>
            <a:prstGeom prst="line">
              <a:avLst/>
            </a:prstGeom>
            <a:solidFill>
              <a:schemeClr val="bg1"/>
            </a:solidFill>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Hình Bầu dục 31">
              <a:extLst>
                <a:ext uri="{FF2B5EF4-FFF2-40B4-BE49-F238E27FC236}">
                  <a16:creationId xmlns:a16="http://schemas.microsoft.com/office/drawing/2014/main" id="{B5022ACD-C977-18A9-BAE6-E922208D391A}"/>
                </a:ext>
              </a:extLst>
            </p:cNvPr>
            <p:cNvSpPr/>
            <p:nvPr/>
          </p:nvSpPr>
          <p:spPr>
            <a:xfrm>
              <a:off x="7315533" y="1113131"/>
              <a:ext cx="185613" cy="18561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3" name="Hình Bầu dục 32">
              <a:extLst>
                <a:ext uri="{FF2B5EF4-FFF2-40B4-BE49-F238E27FC236}">
                  <a16:creationId xmlns:a16="http://schemas.microsoft.com/office/drawing/2014/main" id="{9250D23B-98B5-7691-EE73-21AA87CA2847}"/>
                </a:ext>
              </a:extLst>
            </p:cNvPr>
            <p:cNvSpPr/>
            <p:nvPr/>
          </p:nvSpPr>
          <p:spPr>
            <a:xfrm>
              <a:off x="4804427" y="1101760"/>
              <a:ext cx="185613" cy="18561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37" name="Hộp Văn bản 36">
            <a:extLst>
              <a:ext uri="{FF2B5EF4-FFF2-40B4-BE49-F238E27FC236}">
                <a16:creationId xmlns:a16="http://schemas.microsoft.com/office/drawing/2014/main" id="{C2EA41AD-A3C5-86A3-BE93-EDC0CFFAC0D2}"/>
              </a:ext>
            </a:extLst>
          </p:cNvPr>
          <p:cNvSpPr txBox="1"/>
          <p:nvPr/>
        </p:nvSpPr>
        <p:spPr>
          <a:xfrm>
            <a:off x="426895" y="1288443"/>
            <a:ext cx="4500868" cy="1938992"/>
          </a:xfrm>
          <a:prstGeom prst="rect">
            <a:avLst/>
          </a:prstGeom>
          <a:noFill/>
        </p:spPr>
        <p:txBody>
          <a:bodyPr wrap="square">
            <a:spAutoFit/>
          </a:bodyPr>
          <a:lstStyle/>
          <a:p>
            <a:r>
              <a:rPr lang="vi-VN" sz="3600" dirty="0">
                <a:solidFill>
                  <a:schemeClr val="bg1"/>
                </a:solidFill>
              </a:rPr>
              <a:t>      </a:t>
            </a:r>
            <a:r>
              <a:rPr lang="vi-VN" sz="3600" b="1" dirty="0" err="1">
                <a:solidFill>
                  <a:schemeClr val="bg1"/>
                </a:solidFill>
                <a:effectLst>
                  <a:outerShdw blurRad="38100" dist="38100" dir="2700000" algn="tl">
                    <a:srgbClr val="000000">
                      <a:alpha val="43137"/>
                    </a:srgbClr>
                  </a:outerShdw>
                </a:effectLst>
              </a:rPr>
              <a:t>正しい問題</a:t>
            </a:r>
            <a:r>
              <a:rPr lang="vi-VN" sz="3600" b="1" dirty="0">
                <a:solidFill>
                  <a:schemeClr val="bg1"/>
                </a:solidFill>
                <a:effectLst>
                  <a:outerShdw blurRad="38100" dist="38100" dir="2700000" algn="tl">
                    <a:srgbClr val="000000">
                      <a:alpha val="43137"/>
                    </a:srgbClr>
                  </a:outerShdw>
                </a:effectLst>
              </a:rPr>
              <a:t>：</a:t>
            </a:r>
          </a:p>
          <a:p>
            <a:pPr marL="457200" indent="-457200">
              <a:buFont typeface="Arial" panose="020B0604020202020204" pitchFamily="34" charset="0"/>
              <a:buChar char="•"/>
            </a:pPr>
            <a:r>
              <a:rPr lang="vi-VN" sz="2800" dirty="0" err="1">
                <a:solidFill>
                  <a:schemeClr val="bg1"/>
                </a:solidFill>
              </a:rPr>
              <a:t>衣料品店の収益管理システムを構築してください</a:t>
            </a:r>
            <a:r>
              <a:rPr lang="vi-VN" sz="2800" dirty="0">
                <a:solidFill>
                  <a:schemeClr val="bg1"/>
                </a:solidFill>
              </a:rPr>
              <a:t>。</a:t>
            </a:r>
          </a:p>
        </p:txBody>
      </p:sp>
      <p:sp>
        <p:nvSpPr>
          <p:cNvPr id="39" name="Hộp Văn bản 38">
            <a:extLst>
              <a:ext uri="{FF2B5EF4-FFF2-40B4-BE49-F238E27FC236}">
                <a16:creationId xmlns:a16="http://schemas.microsoft.com/office/drawing/2014/main" id="{CE0EFFAB-3E36-D6C0-4E59-943442F8B7AD}"/>
              </a:ext>
            </a:extLst>
          </p:cNvPr>
          <p:cNvSpPr txBox="1"/>
          <p:nvPr/>
        </p:nvSpPr>
        <p:spPr>
          <a:xfrm>
            <a:off x="3417381" y="3931703"/>
            <a:ext cx="6096000" cy="646331"/>
          </a:xfrm>
          <a:prstGeom prst="rect">
            <a:avLst/>
          </a:prstGeom>
          <a:noFill/>
        </p:spPr>
        <p:txBody>
          <a:bodyPr wrap="square">
            <a:spAutoFit/>
          </a:bodyPr>
          <a:lstStyle/>
          <a:p>
            <a:r>
              <a:rPr lang="vi-VN" sz="3600" dirty="0" err="1">
                <a:solidFill>
                  <a:schemeClr val="bg1"/>
                </a:solidFill>
              </a:rPr>
              <a:t>求め</a:t>
            </a:r>
            <a:r>
              <a:rPr lang="vi-VN" sz="3600" dirty="0">
                <a:solidFill>
                  <a:schemeClr val="bg1"/>
                </a:solidFill>
              </a:rPr>
              <a:t>：</a:t>
            </a:r>
          </a:p>
        </p:txBody>
      </p:sp>
      <p:sp>
        <p:nvSpPr>
          <p:cNvPr id="41" name="Hộp Văn bản 40">
            <a:extLst>
              <a:ext uri="{FF2B5EF4-FFF2-40B4-BE49-F238E27FC236}">
                <a16:creationId xmlns:a16="http://schemas.microsoft.com/office/drawing/2014/main" id="{F3928673-EA66-0098-C0AD-72F92000705C}"/>
              </a:ext>
            </a:extLst>
          </p:cNvPr>
          <p:cNvSpPr txBox="1"/>
          <p:nvPr/>
        </p:nvSpPr>
        <p:spPr>
          <a:xfrm>
            <a:off x="4927763" y="4196658"/>
            <a:ext cx="4949224" cy="2308324"/>
          </a:xfrm>
          <a:prstGeom prst="rect">
            <a:avLst/>
          </a:prstGeom>
          <a:noFill/>
        </p:spPr>
        <p:txBody>
          <a:bodyPr wrap="square">
            <a:spAutoFit/>
          </a:bodyPr>
          <a:lstStyle/>
          <a:p>
            <a:r>
              <a:rPr lang="vi-VN" sz="2400" dirty="0"/>
              <a:t>   </a:t>
            </a:r>
            <a:r>
              <a:rPr lang="vi-VN" sz="2400" dirty="0" err="1">
                <a:solidFill>
                  <a:schemeClr val="bg1"/>
                </a:solidFill>
              </a:rPr>
              <a:t>システムは以下で機能が設定されなければなりません</a:t>
            </a:r>
            <a:r>
              <a:rPr lang="vi-VN" sz="2400" dirty="0">
                <a:solidFill>
                  <a:schemeClr val="bg1"/>
                </a:solidFill>
              </a:rPr>
              <a:t>：</a:t>
            </a:r>
          </a:p>
          <a:p>
            <a:r>
              <a:rPr lang="vi-VN" sz="2400" dirty="0">
                <a:solidFill>
                  <a:schemeClr val="bg1"/>
                </a:solidFill>
              </a:rPr>
              <a:t>•    </a:t>
            </a:r>
            <a:r>
              <a:rPr lang="vi-VN" sz="2400" dirty="0" err="1">
                <a:solidFill>
                  <a:schemeClr val="bg1"/>
                </a:solidFill>
              </a:rPr>
              <a:t>製品を管理してください</a:t>
            </a:r>
            <a:r>
              <a:rPr lang="vi-VN" sz="2400" dirty="0">
                <a:solidFill>
                  <a:schemeClr val="bg1"/>
                </a:solidFill>
              </a:rPr>
              <a:t>。</a:t>
            </a:r>
          </a:p>
          <a:p>
            <a:r>
              <a:rPr lang="vi-VN" sz="2400" dirty="0">
                <a:solidFill>
                  <a:schemeClr val="bg1"/>
                </a:solidFill>
              </a:rPr>
              <a:t>•    </a:t>
            </a:r>
            <a:r>
              <a:rPr lang="vi-VN" sz="2400" dirty="0" err="1">
                <a:solidFill>
                  <a:schemeClr val="bg1"/>
                </a:solidFill>
              </a:rPr>
              <a:t>スタッフを管理してください</a:t>
            </a:r>
            <a:r>
              <a:rPr lang="vi-VN" sz="2400" dirty="0">
                <a:solidFill>
                  <a:schemeClr val="bg1"/>
                </a:solidFill>
              </a:rPr>
              <a:t>。</a:t>
            </a:r>
          </a:p>
          <a:p>
            <a:r>
              <a:rPr lang="vi-VN" sz="2400" dirty="0">
                <a:solidFill>
                  <a:schemeClr val="bg1"/>
                </a:solidFill>
              </a:rPr>
              <a:t>•    </a:t>
            </a:r>
            <a:r>
              <a:rPr lang="vi-VN" sz="2400" dirty="0" err="1">
                <a:solidFill>
                  <a:schemeClr val="bg1"/>
                </a:solidFill>
              </a:rPr>
              <a:t>スタッフの給料と店の経費を計算してください</a:t>
            </a:r>
            <a:r>
              <a:rPr lang="vi-VN" sz="2400" dirty="0">
                <a:solidFill>
                  <a:schemeClr val="bg1"/>
                </a:solidFill>
              </a:rPr>
              <a:t>。</a:t>
            </a:r>
          </a:p>
        </p:txBody>
      </p:sp>
      <p:sp>
        <p:nvSpPr>
          <p:cNvPr id="46" name="Hộp Văn bản 45">
            <a:extLst>
              <a:ext uri="{FF2B5EF4-FFF2-40B4-BE49-F238E27FC236}">
                <a16:creationId xmlns:a16="http://schemas.microsoft.com/office/drawing/2014/main" id="{1259B937-E506-671F-CD59-2460A7531499}"/>
              </a:ext>
            </a:extLst>
          </p:cNvPr>
          <p:cNvSpPr txBox="1"/>
          <p:nvPr/>
        </p:nvSpPr>
        <p:spPr>
          <a:xfrm>
            <a:off x="7705237" y="1244483"/>
            <a:ext cx="6096000" cy="646331"/>
          </a:xfrm>
          <a:prstGeom prst="rect">
            <a:avLst/>
          </a:prstGeom>
          <a:noFill/>
        </p:spPr>
        <p:txBody>
          <a:bodyPr wrap="square">
            <a:spAutoFit/>
          </a:bodyPr>
          <a:lstStyle/>
          <a:p>
            <a:r>
              <a:rPr lang="vi-VN" sz="3600" b="1">
                <a:solidFill>
                  <a:schemeClr val="bg1"/>
                </a:solidFill>
                <a:effectLst>
                  <a:outerShdw blurRad="38100" dist="38100" dir="2700000" algn="tl">
                    <a:srgbClr val="000000">
                      <a:alpha val="43137"/>
                    </a:srgbClr>
                  </a:outerShdw>
                </a:effectLst>
              </a:rPr>
              <a:t>機能の要求</a:t>
            </a:r>
            <a:endParaRPr lang="vi-VN" sz="3600" b="1" dirty="0">
              <a:solidFill>
                <a:schemeClr val="bg1"/>
              </a:solidFill>
              <a:effectLst>
                <a:outerShdw blurRad="38100" dist="38100" dir="2700000" algn="tl">
                  <a:srgbClr val="000000">
                    <a:alpha val="43137"/>
                  </a:srgbClr>
                </a:outerShdw>
              </a:effectLst>
            </a:endParaRPr>
          </a:p>
        </p:txBody>
      </p:sp>
      <p:sp>
        <p:nvSpPr>
          <p:cNvPr id="48" name="Hộp Văn bản 47">
            <a:extLst>
              <a:ext uri="{FF2B5EF4-FFF2-40B4-BE49-F238E27FC236}">
                <a16:creationId xmlns:a16="http://schemas.microsoft.com/office/drawing/2014/main" id="{8EEB765D-B35E-3847-CBCA-7251A54D0575}"/>
              </a:ext>
            </a:extLst>
          </p:cNvPr>
          <p:cNvSpPr txBox="1"/>
          <p:nvPr/>
        </p:nvSpPr>
        <p:spPr>
          <a:xfrm>
            <a:off x="7723787" y="1859339"/>
            <a:ext cx="3300486" cy="1569660"/>
          </a:xfrm>
          <a:prstGeom prst="rect">
            <a:avLst/>
          </a:prstGeom>
          <a:noFill/>
        </p:spPr>
        <p:txBody>
          <a:bodyPr wrap="square">
            <a:spAutoFit/>
          </a:bodyPr>
          <a:lstStyle/>
          <a:p>
            <a:pPr marL="342900" indent="-342900">
              <a:buFont typeface="Arial" panose="020B0604020202020204" pitchFamily="34" charset="0"/>
              <a:buChar char="•"/>
            </a:pPr>
            <a:r>
              <a:rPr lang="vi-VN" sz="2400" dirty="0" err="1">
                <a:solidFill>
                  <a:schemeClr val="bg1"/>
                </a:solidFill>
              </a:rPr>
              <a:t>衣料品店の収益管理アップは簡単にほとんど仕事と収益の品展支配できます</a:t>
            </a:r>
            <a:r>
              <a:rPr lang="vi-VN" sz="2400" dirty="0">
                <a:solidFill>
                  <a:schemeClr val="bg1"/>
                </a:solidFill>
              </a:rPr>
              <a:t>。</a:t>
            </a:r>
          </a:p>
        </p:txBody>
      </p:sp>
    </p:spTree>
    <p:extLst>
      <p:ext uri="{BB962C8B-B14F-4D97-AF65-F5344CB8AC3E}">
        <p14:creationId xmlns:p14="http://schemas.microsoft.com/office/powerpoint/2010/main" val="2741459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23940"/>
        </a:solidFill>
        <a:effectLst/>
      </p:bgPr>
    </p:bg>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61E97176-B9D1-668E-85A1-CFC8BD1E05C3}"/>
              </a:ext>
            </a:extLst>
          </p:cNvPr>
          <p:cNvSpPr>
            <a:spLocks noGrp="1"/>
          </p:cNvSpPr>
          <p:nvPr>
            <p:ph type="sldNum" sz="quarter" idx="12"/>
          </p:nvPr>
        </p:nvSpPr>
        <p:spPr/>
        <p:txBody>
          <a:bodyPr/>
          <a:lstStyle/>
          <a:p>
            <a:fld id="{E9AE0C10-0EF1-C246-872D-CC0E704EB9A9}" type="slidenum">
              <a:rPr lang="en-VN" smtClean="0"/>
              <a:t>5</a:t>
            </a:fld>
            <a:endParaRPr lang="en-VN"/>
          </a:p>
        </p:txBody>
      </p:sp>
      <p:pic>
        <p:nvPicPr>
          <p:cNvPr id="38" name="Đồ họa 37" descr="Tax with solid fill">
            <a:extLst>
              <a:ext uri="{FF2B5EF4-FFF2-40B4-BE49-F238E27FC236}">
                <a16:creationId xmlns:a16="http://schemas.microsoft.com/office/drawing/2014/main" id="{BD5A3BD3-104A-D4B8-86C8-E863726367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85592" y="5964930"/>
            <a:ext cx="735036" cy="735036"/>
          </a:xfrm>
          <a:prstGeom prst="rect">
            <a:avLst/>
          </a:prstGeom>
        </p:spPr>
      </p:pic>
      <p:sp>
        <p:nvSpPr>
          <p:cNvPr id="40" name="Hộp Văn bản 39">
            <a:extLst>
              <a:ext uri="{FF2B5EF4-FFF2-40B4-BE49-F238E27FC236}">
                <a16:creationId xmlns:a16="http://schemas.microsoft.com/office/drawing/2014/main" id="{5C992EFA-1A9D-EB3B-750C-9C39F09198CC}"/>
              </a:ext>
            </a:extLst>
          </p:cNvPr>
          <p:cNvSpPr txBox="1"/>
          <p:nvPr/>
        </p:nvSpPr>
        <p:spPr>
          <a:xfrm>
            <a:off x="440094" y="2182431"/>
            <a:ext cx="1895249" cy="769441"/>
          </a:xfrm>
          <a:prstGeom prst="rect">
            <a:avLst/>
          </a:prstGeom>
          <a:noFill/>
        </p:spPr>
        <p:txBody>
          <a:bodyPr wrap="square">
            <a:spAutoFit/>
          </a:bodyPr>
          <a:lstStyle/>
          <a:p>
            <a:r>
              <a:rPr lang="vi-VN" sz="4400" dirty="0" err="1">
                <a:solidFill>
                  <a:schemeClr val="bg1"/>
                </a:solidFill>
              </a:rPr>
              <a:t>機能</a:t>
            </a:r>
            <a:endParaRPr lang="vi-VN" sz="4400" dirty="0">
              <a:solidFill>
                <a:schemeClr val="bg1"/>
              </a:solidFill>
            </a:endParaRPr>
          </a:p>
        </p:txBody>
      </p:sp>
      <p:pic>
        <p:nvPicPr>
          <p:cNvPr id="45" name="Đồ họa 44" descr="Clipboard Partially Checked with solid fill">
            <a:extLst>
              <a:ext uri="{FF2B5EF4-FFF2-40B4-BE49-F238E27FC236}">
                <a16:creationId xmlns:a16="http://schemas.microsoft.com/office/drawing/2014/main" id="{B8754F3A-1627-DA37-276F-316FEC792A6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88051" y="2909080"/>
            <a:ext cx="677396" cy="677396"/>
          </a:xfrm>
          <a:prstGeom prst="rect">
            <a:avLst/>
          </a:prstGeom>
        </p:spPr>
      </p:pic>
      <p:pic>
        <p:nvPicPr>
          <p:cNvPr id="14" name="Đồ họa 13" descr="Loan with solid fill">
            <a:extLst>
              <a:ext uri="{FF2B5EF4-FFF2-40B4-BE49-F238E27FC236}">
                <a16:creationId xmlns:a16="http://schemas.microsoft.com/office/drawing/2014/main" id="{1FA2F959-912E-DD78-7318-3E178C66F13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49790" y="1404599"/>
            <a:ext cx="914400" cy="914400"/>
          </a:xfrm>
          <a:prstGeom prst="rect">
            <a:avLst/>
          </a:prstGeom>
        </p:spPr>
      </p:pic>
      <p:pic>
        <p:nvPicPr>
          <p:cNvPr id="21" name="Đồ họa 20" descr="Receipt with solid fill">
            <a:extLst>
              <a:ext uri="{FF2B5EF4-FFF2-40B4-BE49-F238E27FC236}">
                <a16:creationId xmlns:a16="http://schemas.microsoft.com/office/drawing/2014/main" id="{0D6B7431-63A0-C2F6-FE95-EAE8398AEE7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56657" y="1257310"/>
            <a:ext cx="1227963" cy="1227963"/>
          </a:xfrm>
          <a:prstGeom prst="rect">
            <a:avLst/>
          </a:prstGeom>
        </p:spPr>
      </p:pic>
      <p:pic>
        <p:nvPicPr>
          <p:cNvPr id="24" name="Đồ họa 23" descr="Search Inventory with solid fill">
            <a:extLst>
              <a:ext uri="{FF2B5EF4-FFF2-40B4-BE49-F238E27FC236}">
                <a16:creationId xmlns:a16="http://schemas.microsoft.com/office/drawing/2014/main" id="{9245B15F-4370-963E-FC97-BB089563823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045044" y="1185712"/>
            <a:ext cx="1347976" cy="1347976"/>
          </a:xfrm>
          <a:prstGeom prst="rect">
            <a:avLst/>
          </a:prstGeom>
        </p:spPr>
      </p:pic>
      <p:pic>
        <p:nvPicPr>
          <p:cNvPr id="47" name="Đồ họa 46" descr="Target Audience with solid fill">
            <a:extLst>
              <a:ext uri="{FF2B5EF4-FFF2-40B4-BE49-F238E27FC236}">
                <a16:creationId xmlns:a16="http://schemas.microsoft.com/office/drawing/2014/main" id="{CFC2852A-98CD-809E-0768-C545E36A165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589546" y="1185712"/>
            <a:ext cx="1347976" cy="1347976"/>
          </a:xfrm>
          <a:prstGeom prst="rect">
            <a:avLst/>
          </a:prstGeom>
        </p:spPr>
      </p:pic>
      <p:grpSp>
        <p:nvGrpSpPr>
          <p:cNvPr id="59" name="Nhóm 58">
            <a:extLst>
              <a:ext uri="{FF2B5EF4-FFF2-40B4-BE49-F238E27FC236}">
                <a16:creationId xmlns:a16="http://schemas.microsoft.com/office/drawing/2014/main" id="{31B63314-6F8D-F209-F9DA-472748B1A424}"/>
              </a:ext>
            </a:extLst>
          </p:cNvPr>
          <p:cNvGrpSpPr/>
          <p:nvPr/>
        </p:nvGrpSpPr>
        <p:grpSpPr>
          <a:xfrm>
            <a:off x="2335343" y="15884"/>
            <a:ext cx="0" cy="6858000"/>
            <a:chOff x="2136051" y="0"/>
            <a:chExt cx="0" cy="6858000"/>
          </a:xfrm>
        </p:grpSpPr>
        <p:cxnSp>
          <p:nvCxnSpPr>
            <p:cNvPr id="49" name="Đường nối Thẳng 48">
              <a:extLst>
                <a:ext uri="{FF2B5EF4-FFF2-40B4-BE49-F238E27FC236}">
                  <a16:creationId xmlns:a16="http://schemas.microsoft.com/office/drawing/2014/main" id="{52213A37-73B3-760E-E980-D7E9BFA4A707}"/>
                </a:ext>
              </a:extLst>
            </p:cNvPr>
            <p:cNvCxnSpPr>
              <a:cxnSpLocks/>
            </p:cNvCxnSpPr>
            <p:nvPr/>
          </p:nvCxnSpPr>
          <p:spPr>
            <a:xfrm>
              <a:off x="2136051" y="2506913"/>
              <a:ext cx="0" cy="4351087"/>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6" name="Đường nối Thẳng 55">
              <a:extLst>
                <a:ext uri="{FF2B5EF4-FFF2-40B4-BE49-F238E27FC236}">
                  <a16:creationId xmlns:a16="http://schemas.microsoft.com/office/drawing/2014/main" id="{89085347-9032-28FB-EA01-0C0FE509BBBF}"/>
                </a:ext>
              </a:extLst>
            </p:cNvPr>
            <p:cNvCxnSpPr>
              <a:cxnSpLocks/>
            </p:cNvCxnSpPr>
            <p:nvPr/>
          </p:nvCxnSpPr>
          <p:spPr>
            <a:xfrm>
              <a:off x="2136051" y="0"/>
              <a:ext cx="0" cy="1343252"/>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60" name="Nhóm 59">
            <a:extLst>
              <a:ext uri="{FF2B5EF4-FFF2-40B4-BE49-F238E27FC236}">
                <a16:creationId xmlns:a16="http://schemas.microsoft.com/office/drawing/2014/main" id="{A0C28931-9BB6-2532-47DE-A03BF2FD94E9}"/>
              </a:ext>
            </a:extLst>
          </p:cNvPr>
          <p:cNvGrpSpPr/>
          <p:nvPr/>
        </p:nvGrpSpPr>
        <p:grpSpPr>
          <a:xfrm>
            <a:off x="7454494" y="15884"/>
            <a:ext cx="0" cy="6858000"/>
            <a:chOff x="2136051" y="0"/>
            <a:chExt cx="0" cy="6858000"/>
          </a:xfrm>
        </p:grpSpPr>
        <p:cxnSp>
          <p:nvCxnSpPr>
            <p:cNvPr id="61" name="Đường nối Thẳng 60">
              <a:extLst>
                <a:ext uri="{FF2B5EF4-FFF2-40B4-BE49-F238E27FC236}">
                  <a16:creationId xmlns:a16="http://schemas.microsoft.com/office/drawing/2014/main" id="{F5EF7D06-BFAD-B295-E3D0-1857810E5682}"/>
                </a:ext>
              </a:extLst>
            </p:cNvPr>
            <p:cNvCxnSpPr>
              <a:cxnSpLocks/>
            </p:cNvCxnSpPr>
            <p:nvPr/>
          </p:nvCxnSpPr>
          <p:spPr>
            <a:xfrm>
              <a:off x="2136051" y="2506913"/>
              <a:ext cx="0" cy="4351087"/>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2" name="Đường nối Thẳng 61">
              <a:extLst>
                <a:ext uri="{FF2B5EF4-FFF2-40B4-BE49-F238E27FC236}">
                  <a16:creationId xmlns:a16="http://schemas.microsoft.com/office/drawing/2014/main" id="{E6244E36-A7DC-B56A-10F4-CECC35BC12F2}"/>
                </a:ext>
              </a:extLst>
            </p:cNvPr>
            <p:cNvCxnSpPr>
              <a:cxnSpLocks/>
            </p:cNvCxnSpPr>
            <p:nvPr/>
          </p:nvCxnSpPr>
          <p:spPr>
            <a:xfrm>
              <a:off x="2136051" y="0"/>
              <a:ext cx="0" cy="1343252"/>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63" name="Nhóm 62">
            <a:extLst>
              <a:ext uri="{FF2B5EF4-FFF2-40B4-BE49-F238E27FC236}">
                <a16:creationId xmlns:a16="http://schemas.microsoft.com/office/drawing/2014/main" id="{AF34DD08-46F2-55D7-15A6-53A15E702324}"/>
              </a:ext>
            </a:extLst>
          </p:cNvPr>
          <p:cNvGrpSpPr/>
          <p:nvPr/>
        </p:nvGrpSpPr>
        <p:grpSpPr>
          <a:xfrm>
            <a:off x="4955015" y="15884"/>
            <a:ext cx="0" cy="6858000"/>
            <a:chOff x="2136051" y="0"/>
            <a:chExt cx="0" cy="6858000"/>
          </a:xfrm>
        </p:grpSpPr>
        <p:cxnSp>
          <p:nvCxnSpPr>
            <p:cNvPr id="64" name="Đường nối Thẳng 63">
              <a:extLst>
                <a:ext uri="{FF2B5EF4-FFF2-40B4-BE49-F238E27FC236}">
                  <a16:creationId xmlns:a16="http://schemas.microsoft.com/office/drawing/2014/main" id="{E8F685E9-2E1F-2938-9898-4C6B1BBD7521}"/>
                </a:ext>
              </a:extLst>
            </p:cNvPr>
            <p:cNvCxnSpPr>
              <a:cxnSpLocks/>
            </p:cNvCxnSpPr>
            <p:nvPr/>
          </p:nvCxnSpPr>
          <p:spPr>
            <a:xfrm>
              <a:off x="2136051" y="2506913"/>
              <a:ext cx="0" cy="4351087"/>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Đường nối Thẳng 64">
              <a:extLst>
                <a:ext uri="{FF2B5EF4-FFF2-40B4-BE49-F238E27FC236}">
                  <a16:creationId xmlns:a16="http://schemas.microsoft.com/office/drawing/2014/main" id="{11CD7A43-C9C1-C9A8-9920-65248A9666C6}"/>
                </a:ext>
              </a:extLst>
            </p:cNvPr>
            <p:cNvCxnSpPr>
              <a:cxnSpLocks/>
            </p:cNvCxnSpPr>
            <p:nvPr/>
          </p:nvCxnSpPr>
          <p:spPr>
            <a:xfrm>
              <a:off x="2136051" y="0"/>
              <a:ext cx="0" cy="1343252"/>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66" name="Nhóm 65">
            <a:extLst>
              <a:ext uri="{FF2B5EF4-FFF2-40B4-BE49-F238E27FC236}">
                <a16:creationId xmlns:a16="http://schemas.microsoft.com/office/drawing/2014/main" id="{86FE6EFD-AC85-66CC-3E21-B57900A10A60}"/>
              </a:ext>
            </a:extLst>
          </p:cNvPr>
          <p:cNvGrpSpPr/>
          <p:nvPr/>
        </p:nvGrpSpPr>
        <p:grpSpPr>
          <a:xfrm>
            <a:off x="9984599" y="0"/>
            <a:ext cx="0" cy="6858000"/>
            <a:chOff x="2136051" y="0"/>
            <a:chExt cx="0" cy="6858000"/>
          </a:xfrm>
        </p:grpSpPr>
        <p:cxnSp>
          <p:nvCxnSpPr>
            <p:cNvPr id="67" name="Đường nối Thẳng 66">
              <a:extLst>
                <a:ext uri="{FF2B5EF4-FFF2-40B4-BE49-F238E27FC236}">
                  <a16:creationId xmlns:a16="http://schemas.microsoft.com/office/drawing/2014/main" id="{197AEBC4-FB0E-95B1-6E3C-BBA11EA2C46D}"/>
                </a:ext>
              </a:extLst>
            </p:cNvPr>
            <p:cNvCxnSpPr>
              <a:cxnSpLocks/>
            </p:cNvCxnSpPr>
            <p:nvPr/>
          </p:nvCxnSpPr>
          <p:spPr>
            <a:xfrm>
              <a:off x="2136051" y="2506913"/>
              <a:ext cx="0" cy="4351087"/>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Đường nối Thẳng 67">
              <a:extLst>
                <a:ext uri="{FF2B5EF4-FFF2-40B4-BE49-F238E27FC236}">
                  <a16:creationId xmlns:a16="http://schemas.microsoft.com/office/drawing/2014/main" id="{1506906D-5C35-E410-A8B5-698E10BF0C6C}"/>
                </a:ext>
              </a:extLst>
            </p:cNvPr>
            <p:cNvCxnSpPr>
              <a:cxnSpLocks/>
            </p:cNvCxnSpPr>
            <p:nvPr/>
          </p:nvCxnSpPr>
          <p:spPr>
            <a:xfrm>
              <a:off x="2136051" y="0"/>
              <a:ext cx="0" cy="1343252"/>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70" name="Hộp Văn bản 69">
            <a:extLst>
              <a:ext uri="{FF2B5EF4-FFF2-40B4-BE49-F238E27FC236}">
                <a16:creationId xmlns:a16="http://schemas.microsoft.com/office/drawing/2014/main" id="{79306337-A07E-C49E-FC99-B4C607B3AFD5}"/>
              </a:ext>
            </a:extLst>
          </p:cNvPr>
          <p:cNvSpPr txBox="1"/>
          <p:nvPr/>
        </p:nvSpPr>
        <p:spPr>
          <a:xfrm>
            <a:off x="2523747" y="351393"/>
            <a:ext cx="2097268" cy="461665"/>
          </a:xfrm>
          <a:prstGeom prst="rect">
            <a:avLst/>
          </a:prstGeom>
          <a:noFill/>
        </p:spPr>
        <p:txBody>
          <a:bodyPr wrap="square">
            <a:spAutoFit/>
          </a:bodyPr>
          <a:lstStyle/>
          <a:p>
            <a:pPr marL="342900" indent="-342900">
              <a:buFont typeface="Wingdings" panose="05000000000000000000" pitchFamily="2" charset="2"/>
              <a:buChar char="ü"/>
            </a:pPr>
            <a:r>
              <a:rPr lang="vi-VN" sz="2400" b="1">
                <a:solidFill>
                  <a:schemeClr val="bg1"/>
                </a:solidFill>
              </a:rPr>
              <a:t>製品の管理</a:t>
            </a:r>
            <a:endParaRPr lang="vi-VN" sz="2400" b="1" dirty="0">
              <a:solidFill>
                <a:schemeClr val="bg1"/>
              </a:solidFill>
            </a:endParaRPr>
          </a:p>
        </p:txBody>
      </p:sp>
      <p:sp>
        <p:nvSpPr>
          <p:cNvPr id="72" name="Hộp Văn bản 71">
            <a:extLst>
              <a:ext uri="{FF2B5EF4-FFF2-40B4-BE49-F238E27FC236}">
                <a16:creationId xmlns:a16="http://schemas.microsoft.com/office/drawing/2014/main" id="{A8D60A4D-6BED-33F4-FBE6-10ED6EEF4857}"/>
              </a:ext>
            </a:extLst>
          </p:cNvPr>
          <p:cNvSpPr txBox="1"/>
          <p:nvPr/>
        </p:nvSpPr>
        <p:spPr>
          <a:xfrm>
            <a:off x="5042392" y="351393"/>
            <a:ext cx="1990725" cy="830997"/>
          </a:xfrm>
          <a:prstGeom prst="rect">
            <a:avLst/>
          </a:prstGeom>
          <a:noFill/>
        </p:spPr>
        <p:txBody>
          <a:bodyPr wrap="square">
            <a:spAutoFit/>
          </a:bodyPr>
          <a:lstStyle/>
          <a:p>
            <a:pPr marL="342900" indent="-342900">
              <a:buFont typeface="Wingdings" panose="05000000000000000000" pitchFamily="2" charset="2"/>
              <a:buChar char="ü"/>
            </a:pPr>
            <a:r>
              <a:rPr lang="vi-VN" sz="2400" b="1" dirty="0" err="1">
                <a:solidFill>
                  <a:schemeClr val="bg1"/>
                </a:solidFill>
              </a:rPr>
              <a:t>スタッフの管理</a:t>
            </a:r>
            <a:endParaRPr lang="vi-VN" sz="2400" b="1" dirty="0">
              <a:solidFill>
                <a:schemeClr val="bg1"/>
              </a:solidFill>
            </a:endParaRPr>
          </a:p>
        </p:txBody>
      </p:sp>
      <p:sp>
        <p:nvSpPr>
          <p:cNvPr id="74" name="Hộp Văn bản 73">
            <a:extLst>
              <a:ext uri="{FF2B5EF4-FFF2-40B4-BE49-F238E27FC236}">
                <a16:creationId xmlns:a16="http://schemas.microsoft.com/office/drawing/2014/main" id="{FB7F96EC-A221-FE1F-6AA4-B8ED6D8E1604}"/>
              </a:ext>
            </a:extLst>
          </p:cNvPr>
          <p:cNvSpPr txBox="1"/>
          <p:nvPr/>
        </p:nvSpPr>
        <p:spPr>
          <a:xfrm>
            <a:off x="7541028" y="293388"/>
            <a:ext cx="2276771" cy="1200329"/>
          </a:xfrm>
          <a:prstGeom prst="rect">
            <a:avLst/>
          </a:prstGeom>
          <a:noFill/>
        </p:spPr>
        <p:txBody>
          <a:bodyPr wrap="square">
            <a:spAutoFit/>
          </a:bodyPr>
          <a:lstStyle/>
          <a:p>
            <a:pPr marL="342900" indent="-342900">
              <a:buFont typeface="Wingdings" panose="05000000000000000000" pitchFamily="2" charset="2"/>
              <a:buChar char="ü"/>
            </a:pPr>
            <a:r>
              <a:rPr lang="vi-VN" sz="2400" b="1" dirty="0" err="1">
                <a:solidFill>
                  <a:schemeClr val="bg1"/>
                </a:solidFill>
              </a:rPr>
              <a:t>スタッフの給料と店の経費の計算</a:t>
            </a:r>
            <a:endParaRPr lang="vi-VN" sz="2400" b="1" dirty="0">
              <a:solidFill>
                <a:schemeClr val="bg1"/>
              </a:solidFill>
            </a:endParaRPr>
          </a:p>
        </p:txBody>
      </p:sp>
      <p:sp>
        <p:nvSpPr>
          <p:cNvPr id="76" name="Hộp Văn bản 75">
            <a:extLst>
              <a:ext uri="{FF2B5EF4-FFF2-40B4-BE49-F238E27FC236}">
                <a16:creationId xmlns:a16="http://schemas.microsoft.com/office/drawing/2014/main" id="{74C475C4-3FDB-A812-94CE-FAB6B614ED82}"/>
              </a:ext>
            </a:extLst>
          </p:cNvPr>
          <p:cNvSpPr txBox="1"/>
          <p:nvPr/>
        </p:nvSpPr>
        <p:spPr>
          <a:xfrm>
            <a:off x="9984599" y="351394"/>
            <a:ext cx="2148947" cy="830997"/>
          </a:xfrm>
          <a:prstGeom prst="rect">
            <a:avLst/>
          </a:prstGeom>
          <a:noFill/>
        </p:spPr>
        <p:txBody>
          <a:bodyPr wrap="square">
            <a:spAutoFit/>
          </a:bodyPr>
          <a:lstStyle/>
          <a:p>
            <a:pPr marL="342900" indent="-342900">
              <a:buFont typeface="Wingdings" panose="05000000000000000000" pitchFamily="2" charset="2"/>
              <a:buChar char="ü"/>
            </a:pPr>
            <a:r>
              <a:rPr lang="vi-VN" sz="2400" b="1" dirty="0" err="1">
                <a:solidFill>
                  <a:schemeClr val="bg1"/>
                </a:solidFill>
              </a:rPr>
              <a:t>統計の票を書きます</a:t>
            </a:r>
            <a:endParaRPr lang="vi-VN" sz="2400" b="1" dirty="0">
              <a:solidFill>
                <a:schemeClr val="bg1"/>
              </a:solidFill>
            </a:endParaRPr>
          </a:p>
        </p:txBody>
      </p:sp>
      <p:sp>
        <p:nvSpPr>
          <p:cNvPr id="78" name="Hộp Văn bản 77">
            <a:extLst>
              <a:ext uri="{FF2B5EF4-FFF2-40B4-BE49-F238E27FC236}">
                <a16:creationId xmlns:a16="http://schemas.microsoft.com/office/drawing/2014/main" id="{84112AB0-581E-4D92-66DF-F64A53008FC1}"/>
              </a:ext>
            </a:extLst>
          </p:cNvPr>
          <p:cNvSpPr txBox="1"/>
          <p:nvPr/>
        </p:nvSpPr>
        <p:spPr>
          <a:xfrm>
            <a:off x="2543273" y="2422986"/>
            <a:ext cx="1745185" cy="1477328"/>
          </a:xfrm>
          <a:prstGeom prst="rect">
            <a:avLst/>
          </a:prstGeom>
          <a:noFill/>
        </p:spPr>
        <p:txBody>
          <a:bodyPr wrap="square">
            <a:spAutoFit/>
          </a:bodyPr>
          <a:lstStyle/>
          <a:p>
            <a:r>
              <a:rPr lang="vi-VN" dirty="0">
                <a:solidFill>
                  <a:schemeClr val="bg1"/>
                </a:solidFill>
              </a:rPr>
              <a:t>+ </a:t>
            </a:r>
            <a:r>
              <a:rPr lang="vi-VN" dirty="0" err="1">
                <a:solidFill>
                  <a:schemeClr val="bg1"/>
                </a:solidFill>
              </a:rPr>
              <a:t>統計</a:t>
            </a:r>
            <a:endParaRPr lang="vi-VN" dirty="0">
              <a:solidFill>
                <a:schemeClr val="bg1"/>
              </a:solidFill>
            </a:endParaRPr>
          </a:p>
          <a:p>
            <a:r>
              <a:rPr lang="vi-VN" dirty="0">
                <a:solidFill>
                  <a:schemeClr val="bg1"/>
                </a:solidFill>
              </a:rPr>
              <a:t>+ </a:t>
            </a:r>
            <a:r>
              <a:rPr lang="vi-VN" dirty="0" err="1">
                <a:solidFill>
                  <a:schemeClr val="bg1"/>
                </a:solidFill>
              </a:rPr>
              <a:t>アップデート</a:t>
            </a:r>
            <a:endParaRPr lang="vi-VN" dirty="0">
              <a:solidFill>
                <a:schemeClr val="bg1"/>
              </a:solidFill>
            </a:endParaRPr>
          </a:p>
          <a:p>
            <a:r>
              <a:rPr lang="vi-VN" dirty="0">
                <a:solidFill>
                  <a:schemeClr val="bg1"/>
                </a:solidFill>
              </a:rPr>
              <a:t>+ </a:t>
            </a:r>
            <a:r>
              <a:rPr lang="vi-VN" dirty="0" err="1">
                <a:solidFill>
                  <a:schemeClr val="bg1"/>
                </a:solidFill>
              </a:rPr>
              <a:t>削除</a:t>
            </a:r>
            <a:r>
              <a:rPr lang="vi-VN" dirty="0">
                <a:solidFill>
                  <a:schemeClr val="bg1"/>
                </a:solidFill>
              </a:rPr>
              <a:t> </a:t>
            </a:r>
          </a:p>
          <a:p>
            <a:r>
              <a:rPr lang="vi-VN" dirty="0">
                <a:solidFill>
                  <a:schemeClr val="bg1"/>
                </a:solidFill>
              </a:rPr>
              <a:t>+ </a:t>
            </a:r>
            <a:r>
              <a:rPr lang="vi-VN" dirty="0" err="1">
                <a:solidFill>
                  <a:schemeClr val="bg1"/>
                </a:solidFill>
              </a:rPr>
              <a:t>アッド</a:t>
            </a:r>
            <a:endParaRPr lang="vi-VN" dirty="0">
              <a:solidFill>
                <a:schemeClr val="bg1"/>
              </a:solidFill>
            </a:endParaRPr>
          </a:p>
        </p:txBody>
      </p:sp>
      <p:sp>
        <p:nvSpPr>
          <p:cNvPr id="80" name="Hộp Văn bản 79">
            <a:extLst>
              <a:ext uri="{FF2B5EF4-FFF2-40B4-BE49-F238E27FC236}">
                <a16:creationId xmlns:a16="http://schemas.microsoft.com/office/drawing/2014/main" id="{83C7F0A6-6A42-2B4C-BC5C-0935F2EF882C}"/>
              </a:ext>
            </a:extLst>
          </p:cNvPr>
          <p:cNvSpPr txBox="1"/>
          <p:nvPr/>
        </p:nvSpPr>
        <p:spPr>
          <a:xfrm>
            <a:off x="5116190" y="2422985"/>
            <a:ext cx="2338304" cy="1754326"/>
          </a:xfrm>
          <a:prstGeom prst="rect">
            <a:avLst/>
          </a:prstGeom>
          <a:noFill/>
        </p:spPr>
        <p:txBody>
          <a:bodyPr wrap="square">
            <a:spAutoFit/>
          </a:bodyPr>
          <a:lstStyle/>
          <a:p>
            <a:r>
              <a:rPr lang="vi-VN" dirty="0">
                <a:solidFill>
                  <a:schemeClr val="bg1"/>
                </a:solidFill>
              </a:rPr>
              <a:t>+ </a:t>
            </a:r>
            <a:r>
              <a:rPr lang="vi-VN" dirty="0" err="1">
                <a:solidFill>
                  <a:schemeClr val="bg1"/>
                </a:solidFill>
              </a:rPr>
              <a:t>給料の計算と統計</a:t>
            </a:r>
            <a:endParaRPr lang="vi-VN" dirty="0">
              <a:solidFill>
                <a:schemeClr val="bg1"/>
              </a:solidFill>
            </a:endParaRPr>
          </a:p>
          <a:p>
            <a:r>
              <a:rPr lang="vi-VN" dirty="0" err="1">
                <a:solidFill>
                  <a:schemeClr val="bg1"/>
                </a:solidFill>
              </a:rPr>
              <a:t>インフォ</a:t>
            </a:r>
            <a:r>
              <a:rPr lang="vi-VN" dirty="0">
                <a:solidFill>
                  <a:schemeClr val="bg1"/>
                </a:solidFill>
              </a:rPr>
              <a:t>:</a:t>
            </a:r>
          </a:p>
          <a:p>
            <a:r>
              <a:rPr lang="vi-VN" dirty="0">
                <a:solidFill>
                  <a:schemeClr val="bg1"/>
                </a:solidFill>
              </a:rPr>
              <a:t>+ </a:t>
            </a:r>
            <a:r>
              <a:rPr lang="vi-VN" dirty="0" err="1">
                <a:solidFill>
                  <a:schemeClr val="bg1"/>
                </a:solidFill>
              </a:rPr>
              <a:t>統計</a:t>
            </a:r>
            <a:endParaRPr lang="vi-VN" dirty="0">
              <a:solidFill>
                <a:schemeClr val="bg1"/>
              </a:solidFill>
            </a:endParaRPr>
          </a:p>
          <a:p>
            <a:r>
              <a:rPr lang="vi-VN" dirty="0">
                <a:solidFill>
                  <a:schemeClr val="bg1"/>
                </a:solidFill>
              </a:rPr>
              <a:t>+ </a:t>
            </a:r>
            <a:r>
              <a:rPr lang="vi-VN" dirty="0" err="1">
                <a:solidFill>
                  <a:schemeClr val="bg1"/>
                </a:solidFill>
              </a:rPr>
              <a:t>アップデート</a:t>
            </a:r>
            <a:endParaRPr lang="vi-VN" dirty="0">
              <a:solidFill>
                <a:schemeClr val="bg1"/>
              </a:solidFill>
            </a:endParaRPr>
          </a:p>
          <a:p>
            <a:r>
              <a:rPr lang="vi-VN" dirty="0">
                <a:solidFill>
                  <a:schemeClr val="bg1"/>
                </a:solidFill>
              </a:rPr>
              <a:t>+ </a:t>
            </a:r>
            <a:r>
              <a:rPr lang="vi-VN" dirty="0" err="1">
                <a:solidFill>
                  <a:schemeClr val="bg1"/>
                </a:solidFill>
              </a:rPr>
              <a:t>削除</a:t>
            </a:r>
            <a:r>
              <a:rPr lang="vi-VN" dirty="0">
                <a:solidFill>
                  <a:schemeClr val="bg1"/>
                </a:solidFill>
              </a:rPr>
              <a:t> </a:t>
            </a:r>
          </a:p>
          <a:p>
            <a:r>
              <a:rPr lang="vi-VN" dirty="0">
                <a:solidFill>
                  <a:schemeClr val="bg1"/>
                </a:solidFill>
              </a:rPr>
              <a:t>+ </a:t>
            </a:r>
            <a:r>
              <a:rPr lang="vi-VN" dirty="0" err="1">
                <a:solidFill>
                  <a:schemeClr val="bg1"/>
                </a:solidFill>
              </a:rPr>
              <a:t>アッド</a:t>
            </a:r>
            <a:endParaRPr lang="vi-VN" dirty="0">
              <a:solidFill>
                <a:schemeClr val="bg1"/>
              </a:solidFill>
            </a:endParaRPr>
          </a:p>
        </p:txBody>
      </p:sp>
      <p:sp>
        <p:nvSpPr>
          <p:cNvPr id="82" name="Hộp Văn bản 81">
            <a:extLst>
              <a:ext uri="{FF2B5EF4-FFF2-40B4-BE49-F238E27FC236}">
                <a16:creationId xmlns:a16="http://schemas.microsoft.com/office/drawing/2014/main" id="{43DC048F-2FF5-5EE2-59AF-C6617FAE0A81}"/>
              </a:ext>
            </a:extLst>
          </p:cNvPr>
          <p:cNvSpPr txBox="1"/>
          <p:nvPr/>
        </p:nvSpPr>
        <p:spPr>
          <a:xfrm>
            <a:off x="7574687" y="2422986"/>
            <a:ext cx="2281970" cy="1477328"/>
          </a:xfrm>
          <a:prstGeom prst="rect">
            <a:avLst/>
          </a:prstGeom>
          <a:noFill/>
        </p:spPr>
        <p:txBody>
          <a:bodyPr wrap="square">
            <a:spAutoFit/>
          </a:bodyPr>
          <a:lstStyle/>
          <a:p>
            <a:r>
              <a:rPr lang="vi-VN" dirty="0" err="1">
                <a:solidFill>
                  <a:schemeClr val="bg1"/>
                </a:solidFill>
              </a:rPr>
              <a:t>シフト</a:t>
            </a:r>
            <a:r>
              <a:rPr lang="vi-VN" dirty="0">
                <a:solidFill>
                  <a:schemeClr val="bg1"/>
                </a:solidFill>
              </a:rPr>
              <a:t>:　</a:t>
            </a:r>
          </a:p>
          <a:p>
            <a:r>
              <a:rPr lang="vi-VN" dirty="0">
                <a:solidFill>
                  <a:schemeClr val="bg1"/>
                </a:solidFill>
              </a:rPr>
              <a:t>+ </a:t>
            </a:r>
            <a:r>
              <a:rPr lang="vi-VN" dirty="0" err="1">
                <a:solidFill>
                  <a:schemeClr val="bg1"/>
                </a:solidFill>
              </a:rPr>
              <a:t>統計</a:t>
            </a:r>
            <a:endParaRPr lang="vi-VN" dirty="0">
              <a:solidFill>
                <a:schemeClr val="bg1"/>
              </a:solidFill>
            </a:endParaRPr>
          </a:p>
          <a:p>
            <a:r>
              <a:rPr lang="vi-VN" dirty="0">
                <a:solidFill>
                  <a:schemeClr val="bg1"/>
                </a:solidFill>
              </a:rPr>
              <a:t>+ </a:t>
            </a:r>
            <a:r>
              <a:rPr lang="vi-VN" dirty="0" err="1">
                <a:solidFill>
                  <a:schemeClr val="bg1"/>
                </a:solidFill>
              </a:rPr>
              <a:t>アップデート</a:t>
            </a:r>
            <a:endParaRPr lang="vi-VN" dirty="0">
              <a:solidFill>
                <a:schemeClr val="bg1"/>
              </a:solidFill>
            </a:endParaRPr>
          </a:p>
          <a:p>
            <a:r>
              <a:rPr lang="vi-VN" dirty="0">
                <a:solidFill>
                  <a:schemeClr val="bg1"/>
                </a:solidFill>
              </a:rPr>
              <a:t>+ </a:t>
            </a:r>
            <a:r>
              <a:rPr lang="vi-VN" dirty="0" err="1">
                <a:solidFill>
                  <a:schemeClr val="bg1"/>
                </a:solidFill>
              </a:rPr>
              <a:t>削除</a:t>
            </a:r>
            <a:r>
              <a:rPr lang="vi-VN" dirty="0">
                <a:solidFill>
                  <a:schemeClr val="bg1"/>
                </a:solidFill>
              </a:rPr>
              <a:t> </a:t>
            </a:r>
          </a:p>
          <a:p>
            <a:r>
              <a:rPr lang="vi-VN" dirty="0">
                <a:solidFill>
                  <a:schemeClr val="bg1"/>
                </a:solidFill>
              </a:rPr>
              <a:t>+ </a:t>
            </a:r>
            <a:r>
              <a:rPr lang="vi-VN" dirty="0" err="1">
                <a:solidFill>
                  <a:schemeClr val="bg1"/>
                </a:solidFill>
              </a:rPr>
              <a:t>アッド</a:t>
            </a:r>
            <a:endParaRPr lang="vi-VN" dirty="0">
              <a:solidFill>
                <a:schemeClr val="bg1"/>
              </a:solidFill>
            </a:endParaRPr>
          </a:p>
        </p:txBody>
      </p:sp>
      <p:sp>
        <p:nvSpPr>
          <p:cNvPr id="84" name="Hộp Văn bản 83">
            <a:extLst>
              <a:ext uri="{FF2B5EF4-FFF2-40B4-BE49-F238E27FC236}">
                <a16:creationId xmlns:a16="http://schemas.microsoft.com/office/drawing/2014/main" id="{85786025-AFB2-B405-2A61-39F6588920B6}"/>
              </a:ext>
            </a:extLst>
          </p:cNvPr>
          <p:cNvSpPr txBox="1"/>
          <p:nvPr/>
        </p:nvSpPr>
        <p:spPr>
          <a:xfrm>
            <a:off x="7605614" y="3857406"/>
            <a:ext cx="2348359" cy="1477328"/>
          </a:xfrm>
          <a:prstGeom prst="rect">
            <a:avLst/>
          </a:prstGeom>
          <a:noFill/>
        </p:spPr>
        <p:txBody>
          <a:bodyPr wrap="square">
            <a:spAutoFit/>
          </a:bodyPr>
          <a:lstStyle/>
          <a:p>
            <a:r>
              <a:rPr lang="vi-VN" dirty="0" err="1">
                <a:solidFill>
                  <a:schemeClr val="bg1"/>
                </a:solidFill>
              </a:rPr>
              <a:t>給料</a:t>
            </a:r>
            <a:r>
              <a:rPr lang="vi-VN" dirty="0">
                <a:solidFill>
                  <a:schemeClr val="bg1"/>
                </a:solidFill>
              </a:rPr>
              <a:t>:</a:t>
            </a:r>
          </a:p>
          <a:p>
            <a:r>
              <a:rPr lang="vi-VN" dirty="0">
                <a:solidFill>
                  <a:schemeClr val="bg1"/>
                </a:solidFill>
              </a:rPr>
              <a:t>+ </a:t>
            </a:r>
            <a:r>
              <a:rPr lang="vi-VN" dirty="0" err="1">
                <a:solidFill>
                  <a:schemeClr val="bg1"/>
                </a:solidFill>
              </a:rPr>
              <a:t>統計</a:t>
            </a:r>
            <a:endParaRPr lang="vi-VN" dirty="0">
              <a:solidFill>
                <a:schemeClr val="bg1"/>
              </a:solidFill>
            </a:endParaRPr>
          </a:p>
          <a:p>
            <a:r>
              <a:rPr lang="vi-VN" dirty="0">
                <a:solidFill>
                  <a:schemeClr val="bg1"/>
                </a:solidFill>
              </a:rPr>
              <a:t>+ </a:t>
            </a:r>
            <a:r>
              <a:rPr lang="vi-VN" dirty="0" err="1">
                <a:solidFill>
                  <a:schemeClr val="bg1"/>
                </a:solidFill>
              </a:rPr>
              <a:t>アップデート</a:t>
            </a:r>
            <a:endParaRPr lang="vi-VN" dirty="0">
              <a:solidFill>
                <a:schemeClr val="bg1"/>
              </a:solidFill>
            </a:endParaRPr>
          </a:p>
          <a:p>
            <a:r>
              <a:rPr lang="vi-VN" dirty="0">
                <a:solidFill>
                  <a:schemeClr val="bg1"/>
                </a:solidFill>
              </a:rPr>
              <a:t>+ </a:t>
            </a:r>
            <a:r>
              <a:rPr lang="vi-VN" dirty="0" err="1">
                <a:solidFill>
                  <a:schemeClr val="bg1"/>
                </a:solidFill>
              </a:rPr>
              <a:t>削除</a:t>
            </a:r>
            <a:r>
              <a:rPr lang="vi-VN" dirty="0">
                <a:solidFill>
                  <a:schemeClr val="bg1"/>
                </a:solidFill>
              </a:rPr>
              <a:t> </a:t>
            </a:r>
          </a:p>
          <a:p>
            <a:r>
              <a:rPr lang="vi-VN" dirty="0">
                <a:solidFill>
                  <a:schemeClr val="bg1"/>
                </a:solidFill>
              </a:rPr>
              <a:t>+ </a:t>
            </a:r>
            <a:r>
              <a:rPr lang="vi-VN" dirty="0" err="1">
                <a:solidFill>
                  <a:schemeClr val="bg1"/>
                </a:solidFill>
              </a:rPr>
              <a:t>アッド</a:t>
            </a:r>
            <a:endParaRPr lang="vi-VN" dirty="0">
              <a:solidFill>
                <a:schemeClr val="bg1"/>
              </a:solidFill>
            </a:endParaRPr>
          </a:p>
        </p:txBody>
      </p:sp>
      <p:sp>
        <p:nvSpPr>
          <p:cNvPr id="86" name="Hộp Văn bản 85">
            <a:extLst>
              <a:ext uri="{FF2B5EF4-FFF2-40B4-BE49-F238E27FC236}">
                <a16:creationId xmlns:a16="http://schemas.microsoft.com/office/drawing/2014/main" id="{D253CC10-711B-25B2-6562-63A8D2400020}"/>
              </a:ext>
            </a:extLst>
          </p:cNvPr>
          <p:cNvSpPr txBox="1"/>
          <p:nvPr/>
        </p:nvSpPr>
        <p:spPr>
          <a:xfrm>
            <a:off x="7605614" y="5268049"/>
            <a:ext cx="2348359" cy="1477328"/>
          </a:xfrm>
          <a:prstGeom prst="rect">
            <a:avLst/>
          </a:prstGeom>
          <a:noFill/>
        </p:spPr>
        <p:txBody>
          <a:bodyPr wrap="square">
            <a:spAutoFit/>
          </a:bodyPr>
          <a:lstStyle/>
          <a:p>
            <a:r>
              <a:rPr lang="vi-VN" dirty="0" err="1">
                <a:solidFill>
                  <a:schemeClr val="bg1"/>
                </a:solidFill>
              </a:rPr>
              <a:t>収益</a:t>
            </a:r>
            <a:r>
              <a:rPr lang="vi-VN" dirty="0">
                <a:solidFill>
                  <a:schemeClr val="bg1"/>
                </a:solidFill>
              </a:rPr>
              <a:t>:</a:t>
            </a:r>
          </a:p>
          <a:p>
            <a:r>
              <a:rPr lang="vi-VN" dirty="0">
                <a:solidFill>
                  <a:schemeClr val="bg1"/>
                </a:solidFill>
              </a:rPr>
              <a:t>+ </a:t>
            </a:r>
            <a:r>
              <a:rPr lang="vi-VN" dirty="0" err="1">
                <a:solidFill>
                  <a:schemeClr val="bg1"/>
                </a:solidFill>
              </a:rPr>
              <a:t>統計</a:t>
            </a:r>
            <a:endParaRPr lang="vi-VN" dirty="0">
              <a:solidFill>
                <a:schemeClr val="bg1"/>
              </a:solidFill>
            </a:endParaRPr>
          </a:p>
          <a:p>
            <a:r>
              <a:rPr lang="vi-VN" dirty="0">
                <a:solidFill>
                  <a:schemeClr val="bg1"/>
                </a:solidFill>
              </a:rPr>
              <a:t>+ </a:t>
            </a:r>
            <a:r>
              <a:rPr lang="vi-VN" dirty="0" err="1">
                <a:solidFill>
                  <a:schemeClr val="bg1"/>
                </a:solidFill>
              </a:rPr>
              <a:t>アップデート</a:t>
            </a:r>
            <a:endParaRPr lang="vi-VN" dirty="0">
              <a:solidFill>
                <a:schemeClr val="bg1"/>
              </a:solidFill>
            </a:endParaRPr>
          </a:p>
          <a:p>
            <a:r>
              <a:rPr lang="vi-VN" dirty="0">
                <a:solidFill>
                  <a:schemeClr val="bg1"/>
                </a:solidFill>
              </a:rPr>
              <a:t>+ </a:t>
            </a:r>
            <a:r>
              <a:rPr lang="vi-VN" dirty="0" err="1">
                <a:solidFill>
                  <a:schemeClr val="bg1"/>
                </a:solidFill>
              </a:rPr>
              <a:t>削除</a:t>
            </a:r>
            <a:r>
              <a:rPr lang="vi-VN" dirty="0">
                <a:solidFill>
                  <a:schemeClr val="bg1"/>
                </a:solidFill>
              </a:rPr>
              <a:t> </a:t>
            </a:r>
          </a:p>
          <a:p>
            <a:r>
              <a:rPr lang="vi-VN" dirty="0">
                <a:solidFill>
                  <a:schemeClr val="bg1"/>
                </a:solidFill>
              </a:rPr>
              <a:t>+ </a:t>
            </a:r>
            <a:r>
              <a:rPr lang="vi-VN" dirty="0" err="1">
                <a:solidFill>
                  <a:schemeClr val="bg1"/>
                </a:solidFill>
              </a:rPr>
              <a:t>アッド</a:t>
            </a:r>
            <a:endParaRPr lang="vi-VN" dirty="0">
              <a:solidFill>
                <a:schemeClr val="bg1"/>
              </a:solidFill>
            </a:endParaRPr>
          </a:p>
        </p:txBody>
      </p:sp>
    </p:spTree>
    <p:extLst>
      <p:ext uri="{BB962C8B-B14F-4D97-AF65-F5344CB8AC3E}">
        <p14:creationId xmlns:p14="http://schemas.microsoft.com/office/powerpoint/2010/main" val="2872254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23940"/>
        </a:solidFill>
        <a:effectLst/>
      </p:bgPr>
    </p:bg>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61E97176-B9D1-668E-85A1-CFC8BD1E05C3}"/>
              </a:ext>
            </a:extLst>
          </p:cNvPr>
          <p:cNvSpPr>
            <a:spLocks noGrp="1"/>
          </p:cNvSpPr>
          <p:nvPr>
            <p:ph type="sldNum" sz="quarter" idx="12"/>
          </p:nvPr>
        </p:nvSpPr>
        <p:spPr/>
        <p:txBody>
          <a:bodyPr/>
          <a:lstStyle/>
          <a:p>
            <a:fld id="{E9AE0C10-0EF1-C246-872D-CC0E704EB9A9}" type="slidenum">
              <a:rPr lang="en-VN" smtClean="0"/>
              <a:t>6</a:t>
            </a:fld>
            <a:endParaRPr lang="en-VN"/>
          </a:p>
        </p:txBody>
      </p:sp>
      <p:grpSp>
        <p:nvGrpSpPr>
          <p:cNvPr id="31" name="Nhóm 30">
            <a:extLst>
              <a:ext uri="{FF2B5EF4-FFF2-40B4-BE49-F238E27FC236}">
                <a16:creationId xmlns:a16="http://schemas.microsoft.com/office/drawing/2014/main" id="{CD51EB34-1F8C-B380-0932-2477BF35C5D8}"/>
              </a:ext>
            </a:extLst>
          </p:cNvPr>
          <p:cNvGrpSpPr/>
          <p:nvPr/>
        </p:nvGrpSpPr>
        <p:grpSpPr>
          <a:xfrm>
            <a:off x="5303366" y="-150074"/>
            <a:ext cx="1619215" cy="775843"/>
            <a:chOff x="5273626" y="-162981"/>
            <a:chExt cx="1619215" cy="775843"/>
          </a:xfrm>
        </p:grpSpPr>
        <p:pic>
          <p:nvPicPr>
            <p:cNvPr id="27" name="Đồ họa 26" descr="Mountains with solid fill">
              <a:extLst>
                <a:ext uri="{FF2B5EF4-FFF2-40B4-BE49-F238E27FC236}">
                  <a16:creationId xmlns:a16="http://schemas.microsoft.com/office/drawing/2014/main" id="{2DE32B1E-BA77-B866-C2C7-ED71F430F5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273626" y="-162981"/>
              <a:ext cx="914400" cy="775843"/>
            </a:xfrm>
            <a:prstGeom prst="rect">
              <a:avLst/>
            </a:prstGeom>
          </p:spPr>
        </p:pic>
        <p:pic>
          <p:nvPicPr>
            <p:cNvPr id="28" name="Đồ họa 27" descr="Mountains with solid fill">
              <a:extLst>
                <a:ext uri="{FF2B5EF4-FFF2-40B4-BE49-F238E27FC236}">
                  <a16:creationId xmlns:a16="http://schemas.microsoft.com/office/drawing/2014/main" id="{9705640F-D1AE-3E2E-16DB-925E6E3C4E2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flipV="1">
              <a:off x="5978441" y="-162981"/>
              <a:ext cx="914400" cy="775843"/>
            </a:xfrm>
            <a:prstGeom prst="rect">
              <a:avLst/>
            </a:prstGeom>
          </p:spPr>
        </p:pic>
      </p:grpSp>
      <p:grpSp>
        <p:nvGrpSpPr>
          <p:cNvPr id="35" name="Nhóm 34">
            <a:extLst>
              <a:ext uri="{FF2B5EF4-FFF2-40B4-BE49-F238E27FC236}">
                <a16:creationId xmlns:a16="http://schemas.microsoft.com/office/drawing/2014/main" id="{D8184081-1803-5415-8BCA-5091595B6674}"/>
              </a:ext>
            </a:extLst>
          </p:cNvPr>
          <p:cNvGrpSpPr/>
          <p:nvPr/>
        </p:nvGrpSpPr>
        <p:grpSpPr>
          <a:xfrm>
            <a:off x="4747639" y="987501"/>
            <a:ext cx="2696719" cy="196984"/>
            <a:chOff x="4804427" y="1101760"/>
            <a:chExt cx="2696719" cy="196984"/>
          </a:xfrm>
        </p:grpSpPr>
        <p:cxnSp>
          <p:nvCxnSpPr>
            <p:cNvPr id="23" name="Đường nối Thẳng 22">
              <a:extLst>
                <a:ext uri="{FF2B5EF4-FFF2-40B4-BE49-F238E27FC236}">
                  <a16:creationId xmlns:a16="http://schemas.microsoft.com/office/drawing/2014/main" id="{04178544-F7C9-FD80-7664-E8FBC6FF92D2}"/>
                </a:ext>
              </a:extLst>
            </p:cNvPr>
            <p:cNvCxnSpPr>
              <a:cxnSpLocks/>
            </p:cNvCxnSpPr>
            <p:nvPr/>
          </p:nvCxnSpPr>
          <p:spPr>
            <a:xfrm>
              <a:off x="4940138" y="1205938"/>
              <a:ext cx="2425297" cy="0"/>
            </a:xfrm>
            <a:prstGeom prst="line">
              <a:avLst/>
            </a:prstGeom>
            <a:solidFill>
              <a:schemeClr val="bg1"/>
            </a:solidFill>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Hình Bầu dục 31">
              <a:extLst>
                <a:ext uri="{FF2B5EF4-FFF2-40B4-BE49-F238E27FC236}">
                  <a16:creationId xmlns:a16="http://schemas.microsoft.com/office/drawing/2014/main" id="{B5022ACD-C977-18A9-BAE6-E922208D391A}"/>
                </a:ext>
              </a:extLst>
            </p:cNvPr>
            <p:cNvSpPr/>
            <p:nvPr/>
          </p:nvSpPr>
          <p:spPr>
            <a:xfrm>
              <a:off x="7315533" y="1113131"/>
              <a:ext cx="185613" cy="18561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3" name="Hình Bầu dục 32">
              <a:extLst>
                <a:ext uri="{FF2B5EF4-FFF2-40B4-BE49-F238E27FC236}">
                  <a16:creationId xmlns:a16="http://schemas.microsoft.com/office/drawing/2014/main" id="{9250D23B-98B5-7691-EE73-21AA87CA2847}"/>
                </a:ext>
              </a:extLst>
            </p:cNvPr>
            <p:cNvSpPr/>
            <p:nvPr/>
          </p:nvSpPr>
          <p:spPr>
            <a:xfrm>
              <a:off x="4804427" y="1101760"/>
              <a:ext cx="185613" cy="18561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12" name="Hộp Văn bản 11">
            <a:extLst>
              <a:ext uri="{FF2B5EF4-FFF2-40B4-BE49-F238E27FC236}">
                <a16:creationId xmlns:a16="http://schemas.microsoft.com/office/drawing/2014/main" id="{DA44DD8B-C4BA-D559-8E7C-C8F4244304D0}"/>
              </a:ext>
            </a:extLst>
          </p:cNvPr>
          <p:cNvSpPr txBox="1"/>
          <p:nvPr/>
        </p:nvSpPr>
        <p:spPr>
          <a:xfrm>
            <a:off x="4038549" y="310866"/>
            <a:ext cx="6096000" cy="769441"/>
          </a:xfrm>
          <a:prstGeom prst="rect">
            <a:avLst/>
          </a:prstGeom>
          <a:noFill/>
        </p:spPr>
        <p:txBody>
          <a:bodyPr wrap="square">
            <a:spAutoFit/>
          </a:bodyPr>
          <a:lstStyle/>
          <a:p>
            <a:r>
              <a:rPr lang="vi-VN" sz="4400" dirty="0" err="1">
                <a:solidFill>
                  <a:schemeClr val="bg1"/>
                </a:solidFill>
              </a:rPr>
              <a:t>分析とデザイン</a:t>
            </a:r>
            <a:endParaRPr lang="vi-VN" sz="4400" dirty="0">
              <a:solidFill>
                <a:schemeClr val="bg1"/>
              </a:solidFill>
            </a:endParaRPr>
          </a:p>
        </p:txBody>
      </p:sp>
      <p:sp>
        <p:nvSpPr>
          <p:cNvPr id="3" name="Hình chữ nhật 2">
            <a:extLst>
              <a:ext uri="{FF2B5EF4-FFF2-40B4-BE49-F238E27FC236}">
                <a16:creationId xmlns:a16="http://schemas.microsoft.com/office/drawing/2014/main" id="{FA78A304-76B4-A6B6-536F-64DA8C361E51}"/>
              </a:ext>
            </a:extLst>
          </p:cNvPr>
          <p:cNvSpPr/>
          <p:nvPr/>
        </p:nvSpPr>
        <p:spPr>
          <a:xfrm>
            <a:off x="0" y="1557589"/>
            <a:ext cx="12192000" cy="42087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ソースコード</a:t>
            </a:r>
            <a:r>
              <a:rPr lang="en-US" altLang="ja-JP"/>
              <a:t>: https://github.com/nguyenhao54/OOPStore.git</a:t>
            </a:r>
            <a:endParaRPr lang="vi-VN"/>
          </a:p>
        </p:txBody>
      </p:sp>
      <p:sp>
        <p:nvSpPr>
          <p:cNvPr id="5" name="Hình chữ nhật 4">
            <a:extLst>
              <a:ext uri="{FF2B5EF4-FFF2-40B4-BE49-F238E27FC236}">
                <a16:creationId xmlns:a16="http://schemas.microsoft.com/office/drawing/2014/main" id="{DF0AAA5D-4028-47D4-9A17-4253EC82A5A4}"/>
              </a:ext>
            </a:extLst>
          </p:cNvPr>
          <p:cNvSpPr/>
          <p:nvPr/>
        </p:nvSpPr>
        <p:spPr>
          <a:xfrm>
            <a:off x="0" y="5300410"/>
            <a:ext cx="12192000" cy="465909"/>
          </a:xfrm>
          <a:prstGeom prst="rect">
            <a:avLst/>
          </a:prstGeom>
          <a:solidFill>
            <a:srgbClr val="F1F0F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7" name="Hộp Văn bản 16">
            <a:extLst>
              <a:ext uri="{FF2B5EF4-FFF2-40B4-BE49-F238E27FC236}">
                <a16:creationId xmlns:a16="http://schemas.microsoft.com/office/drawing/2014/main" id="{2A6190ED-C1C5-6AAC-85C7-DF0B2BFD2171}"/>
              </a:ext>
            </a:extLst>
          </p:cNvPr>
          <p:cNvSpPr txBox="1"/>
          <p:nvPr/>
        </p:nvSpPr>
        <p:spPr>
          <a:xfrm>
            <a:off x="399998" y="1793866"/>
            <a:ext cx="11550701" cy="1077218"/>
          </a:xfrm>
          <a:prstGeom prst="rect">
            <a:avLst/>
          </a:prstGeom>
          <a:noFill/>
        </p:spPr>
        <p:txBody>
          <a:bodyPr wrap="square">
            <a:spAutoFit/>
          </a:bodyPr>
          <a:lstStyle/>
          <a:p>
            <a:pPr marL="457200" indent="-457200">
              <a:buFont typeface="Wingdings" panose="05000000000000000000" pitchFamily="2" charset="2"/>
              <a:buChar char="q"/>
            </a:pPr>
            <a:r>
              <a:rPr lang="vi-VN" sz="3200" kern="0" dirty="0" err="1">
                <a:latin typeface="Arial" panose="020B0604020202020204" pitchFamily="34" charset="0"/>
                <a:ea typeface="Yu Gothic UI Semibold" panose="020B0700000000000000" pitchFamily="34" charset="-128"/>
              </a:rPr>
              <a:t>分析とデザイン方はユーエムエル</a:t>
            </a:r>
            <a:r>
              <a:rPr lang="vi-VN" sz="3200" kern="0" dirty="0">
                <a:latin typeface="Arial" panose="020B0604020202020204" pitchFamily="34" charset="0"/>
                <a:ea typeface="Yu Gothic UI Semibold" panose="020B0700000000000000" pitchFamily="34" charset="-128"/>
              </a:rPr>
              <a:t>(</a:t>
            </a:r>
            <a:r>
              <a:rPr lang="vi-VN" sz="3200" kern="0" dirty="0" err="1">
                <a:latin typeface="Arial" panose="020B0604020202020204" pitchFamily="34" charset="0"/>
                <a:ea typeface="Yu Gothic UI Semibold" panose="020B0700000000000000" pitchFamily="34" charset="-128"/>
              </a:rPr>
              <a:t>統一モデリング言語</a:t>
            </a:r>
            <a:r>
              <a:rPr lang="vi-VN" sz="3200" kern="0" dirty="0">
                <a:latin typeface="Arial" panose="020B0604020202020204" pitchFamily="34" charset="0"/>
                <a:ea typeface="Yu Gothic UI Semibold" panose="020B0700000000000000" pitchFamily="34" charset="-128"/>
              </a:rPr>
              <a:t>)</a:t>
            </a:r>
            <a:r>
              <a:rPr lang="vi-VN" sz="3200" kern="0" dirty="0" err="1">
                <a:latin typeface="Arial" panose="020B0604020202020204" pitchFamily="34" charset="0"/>
                <a:ea typeface="Yu Gothic UI Semibold" panose="020B0700000000000000" pitchFamily="34" charset="-128"/>
              </a:rPr>
              <a:t>の使用方です</a:t>
            </a:r>
            <a:r>
              <a:rPr lang="vi-VN" sz="3200" kern="0" dirty="0">
                <a:latin typeface="Arial" panose="020B0604020202020204" pitchFamily="34" charset="0"/>
                <a:ea typeface="Yu Gothic UI Semibold" panose="020B0700000000000000" pitchFamily="34" charset="-128"/>
              </a:rPr>
              <a:t>。</a:t>
            </a:r>
          </a:p>
        </p:txBody>
      </p:sp>
      <p:sp>
        <p:nvSpPr>
          <p:cNvPr id="19" name="Hộp Văn bản 18">
            <a:extLst>
              <a:ext uri="{FF2B5EF4-FFF2-40B4-BE49-F238E27FC236}">
                <a16:creationId xmlns:a16="http://schemas.microsoft.com/office/drawing/2014/main" id="{0B5CBC83-C8C1-26B3-5E5C-BAC8169930F4}"/>
              </a:ext>
            </a:extLst>
          </p:cNvPr>
          <p:cNvSpPr txBox="1"/>
          <p:nvPr/>
        </p:nvSpPr>
        <p:spPr>
          <a:xfrm>
            <a:off x="399999" y="2871085"/>
            <a:ext cx="7277100" cy="1077218"/>
          </a:xfrm>
          <a:prstGeom prst="rect">
            <a:avLst/>
          </a:prstGeom>
          <a:noFill/>
        </p:spPr>
        <p:txBody>
          <a:bodyPr wrap="square">
            <a:spAutoFit/>
          </a:bodyPr>
          <a:lstStyle/>
          <a:p>
            <a:pPr marL="457200" indent="-457200">
              <a:buFont typeface="Wingdings" panose="05000000000000000000" pitchFamily="2" charset="2"/>
              <a:buChar char="q"/>
            </a:pPr>
            <a:r>
              <a:rPr lang="vi-VN" sz="3200" kern="0" dirty="0" err="1">
                <a:latin typeface="Arial" panose="020B0604020202020204" pitchFamily="34" charset="0"/>
                <a:ea typeface="Yu Gothic UI Semibold" panose="020B0700000000000000" pitchFamily="34" charset="-128"/>
              </a:rPr>
              <a:t>下のクラスダイアグラムの中にオブジェクトとメソッド明らかに表されます</a:t>
            </a:r>
            <a:r>
              <a:rPr lang="vi-VN" sz="3200" kern="0" dirty="0">
                <a:latin typeface="Arial" panose="020B0604020202020204" pitchFamily="34" charset="0"/>
                <a:ea typeface="Yu Gothic UI Semibold" panose="020B0700000000000000" pitchFamily="34" charset="-128"/>
              </a:rPr>
              <a:t>。</a:t>
            </a:r>
          </a:p>
        </p:txBody>
      </p:sp>
      <p:sp>
        <p:nvSpPr>
          <p:cNvPr id="21" name="Hộp Văn bản 20">
            <a:extLst>
              <a:ext uri="{FF2B5EF4-FFF2-40B4-BE49-F238E27FC236}">
                <a16:creationId xmlns:a16="http://schemas.microsoft.com/office/drawing/2014/main" id="{BC23DDE4-0E49-5ED4-9639-4ADFBFC4A127}"/>
              </a:ext>
            </a:extLst>
          </p:cNvPr>
          <p:cNvSpPr txBox="1"/>
          <p:nvPr/>
        </p:nvSpPr>
        <p:spPr>
          <a:xfrm>
            <a:off x="399998" y="4250106"/>
            <a:ext cx="9226601" cy="584775"/>
          </a:xfrm>
          <a:prstGeom prst="rect">
            <a:avLst/>
          </a:prstGeom>
          <a:noFill/>
        </p:spPr>
        <p:txBody>
          <a:bodyPr wrap="square">
            <a:spAutoFit/>
          </a:bodyPr>
          <a:lstStyle>
            <a:defPPr>
              <a:defRPr lang="en-VN"/>
            </a:defPPr>
          </a:lstStyle>
          <a:p>
            <a:pPr marL="457200" indent="-457200">
              <a:buFont typeface="Wingdings" panose="05000000000000000000" pitchFamily="2" charset="2"/>
              <a:buChar char="q"/>
            </a:pPr>
            <a:r>
              <a:rPr lang="vi-VN" sz="3200" kern="0" dirty="0" err="1">
                <a:latin typeface="Arial" panose="020B0604020202020204" pitchFamily="34" charset="0"/>
                <a:ea typeface="Yu Gothic UI Semibold" panose="020B0700000000000000" pitchFamily="34" charset="-128"/>
              </a:rPr>
              <a:t>ソースコード</a:t>
            </a:r>
            <a:r>
              <a:rPr lang="vi-VN" dirty="0"/>
              <a:t>: </a:t>
            </a:r>
            <a:r>
              <a:rPr lang="vi-VN" sz="2400" dirty="0"/>
              <a:t>https://github.com/nguyenhao54/OOPStore.git</a:t>
            </a:r>
            <a:endParaRPr lang="vi-VN" dirty="0"/>
          </a:p>
        </p:txBody>
      </p:sp>
    </p:spTree>
    <p:extLst>
      <p:ext uri="{BB962C8B-B14F-4D97-AF65-F5344CB8AC3E}">
        <p14:creationId xmlns:p14="http://schemas.microsoft.com/office/powerpoint/2010/main" val="658178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23940"/>
        </a:solidFill>
        <a:effectLst/>
      </p:bgPr>
    </p:bg>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61E97176-B9D1-668E-85A1-CFC8BD1E05C3}"/>
              </a:ext>
            </a:extLst>
          </p:cNvPr>
          <p:cNvSpPr>
            <a:spLocks noGrp="1"/>
          </p:cNvSpPr>
          <p:nvPr>
            <p:ph type="sldNum" sz="quarter" idx="12"/>
          </p:nvPr>
        </p:nvSpPr>
        <p:spPr/>
        <p:txBody>
          <a:bodyPr/>
          <a:lstStyle/>
          <a:p>
            <a:fld id="{E9AE0C10-0EF1-C246-872D-CC0E704EB9A9}" type="slidenum">
              <a:rPr lang="en-VN" smtClean="0"/>
              <a:t>7</a:t>
            </a:fld>
            <a:endParaRPr lang="en-VN"/>
          </a:p>
        </p:txBody>
      </p:sp>
      <p:pic>
        <p:nvPicPr>
          <p:cNvPr id="26" name="Hình ảnh 25">
            <a:extLst>
              <a:ext uri="{FF2B5EF4-FFF2-40B4-BE49-F238E27FC236}">
                <a16:creationId xmlns:a16="http://schemas.microsoft.com/office/drawing/2014/main" id="{F63DFED2-18CE-6A41-7759-6C6A8325BD0B}"/>
              </a:ext>
            </a:extLst>
          </p:cNvPr>
          <p:cNvPicPr>
            <a:picLocks noChangeAspect="1"/>
          </p:cNvPicPr>
          <p:nvPr/>
        </p:nvPicPr>
        <p:blipFill rotWithShape="1">
          <a:blip r:embed="rId2"/>
          <a:srcRect l="48380"/>
          <a:stretch/>
        </p:blipFill>
        <p:spPr>
          <a:xfrm>
            <a:off x="6527800" y="3170"/>
            <a:ext cx="5664200" cy="6858000"/>
          </a:xfrm>
          <a:prstGeom prst="rect">
            <a:avLst/>
          </a:prstGeom>
        </p:spPr>
      </p:pic>
      <p:grpSp>
        <p:nvGrpSpPr>
          <p:cNvPr id="31" name="Nhóm 30">
            <a:extLst>
              <a:ext uri="{FF2B5EF4-FFF2-40B4-BE49-F238E27FC236}">
                <a16:creationId xmlns:a16="http://schemas.microsoft.com/office/drawing/2014/main" id="{CD51EB34-1F8C-B380-0932-2477BF35C5D8}"/>
              </a:ext>
            </a:extLst>
          </p:cNvPr>
          <p:cNvGrpSpPr/>
          <p:nvPr/>
        </p:nvGrpSpPr>
        <p:grpSpPr>
          <a:xfrm>
            <a:off x="5303366" y="-150074"/>
            <a:ext cx="1619215" cy="775843"/>
            <a:chOff x="5273626" y="-162981"/>
            <a:chExt cx="1619215" cy="775843"/>
          </a:xfrm>
        </p:grpSpPr>
        <p:pic>
          <p:nvPicPr>
            <p:cNvPr id="27" name="Đồ họa 26" descr="Mountains with solid fill">
              <a:extLst>
                <a:ext uri="{FF2B5EF4-FFF2-40B4-BE49-F238E27FC236}">
                  <a16:creationId xmlns:a16="http://schemas.microsoft.com/office/drawing/2014/main" id="{2DE32B1E-BA77-B866-C2C7-ED71F430F5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5273626" y="-162981"/>
              <a:ext cx="914400" cy="775843"/>
            </a:xfrm>
            <a:prstGeom prst="rect">
              <a:avLst/>
            </a:prstGeom>
          </p:spPr>
        </p:pic>
        <p:pic>
          <p:nvPicPr>
            <p:cNvPr id="28" name="Đồ họa 27" descr="Mountains with solid fill">
              <a:extLst>
                <a:ext uri="{FF2B5EF4-FFF2-40B4-BE49-F238E27FC236}">
                  <a16:creationId xmlns:a16="http://schemas.microsoft.com/office/drawing/2014/main" id="{9705640F-D1AE-3E2E-16DB-925E6E3C4E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flipV="1">
              <a:off x="5978441" y="-162981"/>
              <a:ext cx="914400" cy="775843"/>
            </a:xfrm>
            <a:prstGeom prst="rect">
              <a:avLst/>
            </a:prstGeom>
          </p:spPr>
        </p:pic>
      </p:grpSp>
      <p:sp>
        <p:nvSpPr>
          <p:cNvPr id="34" name="Oval 18">
            <a:extLst>
              <a:ext uri="{FF2B5EF4-FFF2-40B4-BE49-F238E27FC236}">
                <a16:creationId xmlns:a16="http://schemas.microsoft.com/office/drawing/2014/main" id="{BB733AC7-86B0-5118-F311-1CE5B64D266D}"/>
              </a:ext>
            </a:extLst>
          </p:cNvPr>
          <p:cNvSpPr/>
          <p:nvPr/>
        </p:nvSpPr>
        <p:spPr>
          <a:xfrm>
            <a:off x="857844" y="1611989"/>
            <a:ext cx="609600" cy="638629"/>
          </a:xfrm>
          <a:prstGeom prst="ellipse">
            <a:avLst/>
          </a:prstGeom>
          <a:solidFill>
            <a:srgbClr val="E8E5E4"/>
          </a:solidFill>
          <a:ln>
            <a:solidFill>
              <a:srgbClr val="4F2409"/>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grpSp>
        <p:nvGrpSpPr>
          <p:cNvPr id="3" name="Nhóm 2">
            <a:extLst>
              <a:ext uri="{FF2B5EF4-FFF2-40B4-BE49-F238E27FC236}">
                <a16:creationId xmlns:a16="http://schemas.microsoft.com/office/drawing/2014/main" id="{E4EA369B-7C1B-EEBD-4DF8-177EE2C601D8}"/>
              </a:ext>
            </a:extLst>
          </p:cNvPr>
          <p:cNvGrpSpPr/>
          <p:nvPr/>
        </p:nvGrpSpPr>
        <p:grpSpPr>
          <a:xfrm>
            <a:off x="786540" y="3800713"/>
            <a:ext cx="609600" cy="638629"/>
            <a:chOff x="839278" y="2624983"/>
            <a:chExt cx="609600" cy="638629"/>
          </a:xfrm>
        </p:grpSpPr>
        <p:sp>
          <p:nvSpPr>
            <p:cNvPr id="30" name="Oval 12">
              <a:extLst>
                <a:ext uri="{FF2B5EF4-FFF2-40B4-BE49-F238E27FC236}">
                  <a16:creationId xmlns:a16="http://schemas.microsoft.com/office/drawing/2014/main" id="{C1DE9D23-45DA-47E1-5719-F455AE2ADB3D}"/>
                </a:ext>
              </a:extLst>
            </p:cNvPr>
            <p:cNvSpPr/>
            <p:nvPr/>
          </p:nvSpPr>
          <p:spPr>
            <a:xfrm>
              <a:off x="839278" y="2624983"/>
              <a:ext cx="609600" cy="638629"/>
            </a:xfrm>
            <a:prstGeom prst="ellipse">
              <a:avLst/>
            </a:prstGeom>
            <a:solidFill>
              <a:srgbClr val="E8E5E4"/>
            </a:solidFill>
            <a:ln>
              <a:solidFill>
                <a:srgbClr val="4F2409"/>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6" name="Round Same Side Corner Rectangle 6">
              <a:extLst>
                <a:ext uri="{FF2B5EF4-FFF2-40B4-BE49-F238E27FC236}">
                  <a16:creationId xmlns:a16="http://schemas.microsoft.com/office/drawing/2014/main" id="{D3E613CB-F468-A055-E1E4-961517D27E8C}"/>
                </a:ext>
              </a:extLst>
            </p:cNvPr>
            <p:cNvSpPr/>
            <p:nvPr/>
          </p:nvSpPr>
          <p:spPr>
            <a:xfrm rot="2700000">
              <a:off x="1130555" y="2748309"/>
              <a:ext cx="67645" cy="386349"/>
            </a:xfrm>
            <a:custGeom>
              <a:avLst/>
              <a:gdLst/>
              <a:ahLst/>
              <a:cxnLst/>
              <a:rect l="l" t="t" r="r" b="b"/>
              <a:pathLst>
                <a:path w="1035916" h="4153123">
                  <a:moveTo>
                    <a:pt x="277501" y="3759099"/>
                  </a:moveTo>
                  <a:lnTo>
                    <a:pt x="758408" y="3759099"/>
                  </a:lnTo>
                  <a:lnTo>
                    <a:pt x="517954" y="4153123"/>
                  </a:lnTo>
                  <a:close/>
                  <a:moveTo>
                    <a:pt x="42612" y="2944898"/>
                  </a:moveTo>
                  <a:cubicBezTo>
                    <a:pt x="153922" y="2941505"/>
                    <a:pt x="246502" y="2889483"/>
                    <a:pt x="275675" y="2819018"/>
                  </a:cubicBezTo>
                  <a:cubicBezTo>
                    <a:pt x="304648" y="2892614"/>
                    <a:pt x="403763" y="2945872"/>
                    <a:pt x="521107" y="2945872"/>
                  </a:cubicBezTo>
                  <a:cubicBezTo>
                    <a:pt x="638453" y="2945872"/>
                    <a:pt x="737567" y="2892613"/>
                    <a:pt x="766540" y="2819017"/>
                  </a:cubicBezTo>
                  <a:cubicBezTo>
                    <a:pt x="795133" y="2888142"/>
                    <a:pt x="884783" y="2939514"/>
                    <a:pt x="993299" y="2944464"/>
                  </a:cubicBezTo>
                  <a:lnTo>
                    <a:pt x="776840" y="3657264"/>
                  </a:lnTo>
                  <a:lnTo>
                    <a:pt x="258940" y="3657264"/>
                  </a:lnTo>
                  <a:close/>
                  <a:moveTo>
                    <a:pt x="809102" y="564558"/>
                  </a:moveTo>
                  <a:lnTo>
                    <a:pt x="1035914" y="564558"/>
                  </a:lnTo>
                  <a:lnTo>
                    <a:pt x="1035915" y="2838682"/>
                  </a:lnTo>
                  <a:cubicBezTo>
                    <a:pt x="1029586" y="2840409"/>
                    <a:pt x="1023074" y="2840731"/>
                    <a:pt x="1016490" y="2840731"/>
                  </a:cubicBezTo>
                  <a:cubicBezTo>
                    <a:pt x="901952" y="2840731"/>
                    <a:pt x="809102" y="2743612"/>
                    <a:pt x="809101" y="2623810"/>
                  </a:cubicBezTo>
                  <a:close/>
                  <a:moveTo>
                    <a:pt x="310569" y="564558"/>
                  </a:moveTo>
                  <a:lnTo>
                    <a:pt x="725347" y="564558"/>
                  </a:lnTo>
                  <a:lnTo>
                    <a:pt x="725347" y="2633342"/>
                  </a:lnTo>
                  <a:cubicBezTo>
                    <a:pt x="725347" y="2747880"/>
                    <a:pt x="632496" y="2840731"/>
                    <a:pt x="517958" y="2840731"/>
                  </a:cubicBezTo>
                  <a:cubicBezTo>
                    <a:pt x="403420" y="2840731"/>
                    <a:pt x="310569" y="2747880"/>
                    <a:pt x="310569" y="2633342"/>
                  </a:cubicBezTo>
                  <a:close/>
                  <a:moveTo>
                    <a:pt x="0" y="564557"/>
                  </a:moveTo>
                  <a:lnTo>
                    <a:pt x="226813" y="564557"/>
                  </a:lnTo>
                  <a:lnTo>
                    <a:pt x="226813" y="2623810"/>
                  </a:lnTo>
                  <a:cubicBezTo>
                    <a:pt x="226813" y="2743612"/>
                    <a:pt x="133962" y="2840731"/>
                    <a:pt x="19424" y="2840730"/>
                  </a:cubicBezTo>
                  <a:cubicBezTo>
                    <a:pt x="12841" y="2840730"/>
                    <a:pt x="6329" y="2840409"/>
                    <a:pt x="0" y="2838682"/>
                  </a:cubicBezTo>
                  <a:close/>
                  <a:moveTo>
                    <a:pt x="71964" y="71964"/>
                  </a:moveTo>
                  <a:cubicBezTo>
                    <a:pt x="116427" y="27501"/>
                    <a:pt x="177852" y="0"/>
                    <a:pt x="245701" y="0"/>
                  </a:cubicBezTo>
                  <a:lnTo>
                    <a:pt x="790215" y="0"/>
                  </a:lnTo>
                  <a:cubicBezTo>
                    <a:pt x="925912" y="0"/>
                    <a:pt x="1035916" y="110004"/>
                    <a:pt x="1035916" y="245701"/>
                  </a:cubicBezTo>
                  <a:cubicBezTo>
                    <a:pt x="1035916" y="327601"/>
                    <a:pt x="1035915" y="409501"/>
                    <a:pt x="1035915" y="491401"/>
                  </a:cubicBezTo>
                  <a:lnTo>
                    <a:pt x="0" y="491401"/>
                  </a:lnTo>
                  <a:lnTo>
                    <a:pt x="0" y="245701"/>
                  </a:lnTo>
                  <a:cubicBezTo>
                    <a:pt x="0" y="177853"/>
                    <a:pt x="27501" y="116427"/>
                    <a:pt x="71964" y="71964"/>
                  </a:cubicBezTo>
                  <a:close/>
                </a:path>
              </a:pathLst>
            </a:custGeom>
            <a:solidFill>
              <a:srgbClr val="E8E5E4"/>
            </a:solidFill>
            <a:ln>
              <a:solidFill>
                <a:srgbClr val="4F240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sp>
        <p:nvSpPr>
          <p:cNvPr id="38" name="Oval 44">
            <a:extLst>
              <a:ext uri="{FF2B5EF4-FFF2-40B4-BE49-F238E27FC236}">
                <a16:creationId xmlns:a16="http://schemas.microsoft.com/office/drawing/2014/main" id="{56F53CEB-08FF-31F3-FC6E-CCCA57FB2933}"/>
              </a:ext>
            </a:extLst>
          </p:cNvPr>
          <p:cNvSpPr>
            <a:spLocks noChangeAspect="1"/>
          </p:cNvSpPr>
          <p:nvPr/>
        </p:nvSpPr>
        <p:spPr>
          <a:xfrm>
            <a:off x="1091340" y="1772962"/>
            <a:ext cx="240245" cy="286057"/>
          </a:xfrm>
          <a:custGeom>
            <a:avLst/>
            <a:gdLst/>
            <a:ahLst/>
            <a:cxnLst/>
            <a:rect l="l" t="t" r="r" b="b"/>
            <a:pathLst>
              <a:path w="2721114" h="3240000">
                <a:moveTo>
                  <a:pt x="2519839" y="2469622"/>
                </a:moveTo>
                <a:lnTo>
                  <a:pt x="2201779" y="2787682"/>
                </a:lnTo>
                <a:lnTo>
                  <a:pt x="2003023" y="2588926"/>
                </a:lnTo>
                <a:lnTo>
                  <a:pt x="1901669" y="2690281"/>
                </a:lnTo>
                <a:lnTo>
                  <a:pt x="2203868" y="2992480"/>
                </a:lnTo>
                <a:lnTo>
                  <a:pt x="2305222" y="2891125"/>
                </a:lnTo>
                <a:lnTo>
                  <a:pt x="2303133" y="2889037"/>
                </a:lnTo>
                <a:lnTo>
                  <a:pt x="2621194" y="2570977"/>
                </a:lnTo>
                <a:close/>
                <a:moveTo>
                  <a:pt x="2263914" y="2238970"/>
                </a:moveTo>
                <a:cubicBezTo>
                  <a:pt x="2516419" y="2238970"/>
                  <a:pt x="2721114" y="2443665"/>
                  <a:pt x="2721114" y="2696170"/>
                </a:cubicBezTo>
                <a:cubicBezTo>
                  <a:pt x="2721114" y="2948675"/>
                  <a:pt x="2516419" y="3153370"/>
                  <a:pt x="2263914" y="3153370"/>
                </a:cubicBezTo>
                <a:cubicBezTo>
                  <a:pt x="2011409" y="3153370"/>
                  <a:pt x="1806714" y="2948675"/>
                  <a:pt x="1806714" y="2696170"/>
                </a:cubicBezTo>
                <a:cubicBezTo>
                  <a:pt x="1806714" y="2443665"/>
                  <a:pt x="2011409" y="2238970"/>
                  <a:pt x="2263914" y="2238970"/>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rgbClr val="E8E5E4"/>
          </a:solidFill>
          <a:ln>
            <a:solidFill>
              <a:srgbClr val="4F240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44" name="Hộp Văn bản 43">
            <a:extLst>
              <a:ext uri="{FF2B5EF4-FFF2-40B4-BE49-F238E27FC236}">
                <a16:creationId xmlns:a16="http://schemas.microsoft.com/office/drawing/2014/main" id="{BF1B0783-2F8C-D477-8767-B9AEC5CBD9EE}"/>
              </a:ext>
            </a:extLst>
          </p:cNvPr>
          <p:cNvSpPr txBox="1"/>
          <p:nvPr/>
        </p:nvSpPr>
        <p:spPr>
          <a:xfrm>
            <a:off x="1641618" y="1598378"/>
            <a:ext cx="4576147" cy="1815882"/>
          </a:xfrm>
          <a:prstGeom prst="rect">
            <a:avLst/>
          </a:prstGeom>
          <a:noFill/>
        </p:spPr>
        <p:txBody>
          <a:bodyPr wrap="square">
            <a:spAutoFit/>
          </a:bodyPr>
          <a:lstStyle/>
          <a:p>
            <a:r>
              <a:rPr lang="vi-VN" sz="3200" kern="0" dirty="0" err="1">
                <a:solidFill>
                  <a:schemeClr val="bg1"/>
                </a:solidFill>
                <a:latin typeface="Arial" panose="020B0604020202020204" pitchFamily="34" charset="0"/>
                <a:ea typeface="Yu Gothic UI Semibold" panose="020B0700000000000000" pitchFamily="34" charset="-128"/>
              </a:rPr>
              <a:t>アイディーイ</a:t>
            </a:r>
            <a:r>
              <a:rPr lang="vi-VN" sz="3200" kern="0" dirty="0">
                <a:solidFill>
                  <a:schemeClr val="bg1"/>
                </a:solidFill>
                <a:latin typeface="Arial" panose="020B0604020202020204" pitchFamily="34" charset="0"/>
                <a:ea typeface="Yu Gothic UI Semibold" panose="020B0700000000000000" pitchFamily="34" charset="-128"/>
              </a:rPr>
              <a:t>ー (IDE): </a:t>
            </a:r>
            <a:r>
              <a:rPr lang="vi-VN" sz="3200" kern="0" dirty="0" err="1">
                <a:solidFill>
                  <a:schemeClr val="bg1"/>
                </a:solidFill>
                <a:latin typeface="Arial" panose="020B0604020202020204" pitchFamily="34" charset="0"/>
                <a:ea typeface="Yu Gothic UI Semibold" panose="020B0700000000000000" pitchFamily="34" charset="-128"/>
              </a:rPr>
              <a:t>アパチェネットビーンス</a:t>
            </a:r>
            <a:endParaRPr lang="vi-VN" sz="3200" kern="0" dirty="0">
              <a:solidFill>
                <a:schemeClr val="bg1"/>
              </a:solidFill>
              <a:latin typeface="Arial" panose="020B0604020202020204" pitchFamily="34" charset="0"/>
              <a:ea typeface="Yu Gothic UI Semibold" panose="020B0700000000000000" pitchFamily="34" charset="-128"/>
            </a:endParaRPr>
          </a:p>
          <a:p>
            <a:r>
              <a:rPr lang="vi-VN" sz="2400" dirty="0">
                <a:solidFill>
                  <a:schemeClr val="bg1"/>
                </a:solidFill>
              </a:rPr>
              <a:t>(</a:t>
            </a:r>
            <a:r>
              <a:rPr lang="vi-VN" sz="2400" dirty="0" err="1">
                <a:solidFill>
                  <a:schemeClr val="bg1"/>
                </a:solidFill>
              </a:rPr>
              <a:t>Apache</a:t>
            </a:r>
            <a:r>
              <a:rPr lang="vi-VN" sz="2400" dirty="0">
                <a:solidFill>
                  <a:schemeClr val="bg1"/>
                </a:solidFill>
              </a:rPr>
              <a:t> </a:t>
            </a:r>
            <a:r>
              <a:rPr lang="vi-VN" sz="2400" dirty="0" err="1">
                <a:solidFill>
                  <a:schemeClr val="bg1"/>
                </a:solidFill>
              </a:rPr>
              <a:t>Netbeans</a:t>
            </a:r>
            <a:r>
              <a:rPr lang="vi-VN" sz="2400" dirty="0">
                <a:solidFill>
                  <a:schemeClr val="bg1"/>
                </a:solidFill>
              </a:rPr>
              <a:t>) (https://netbeans.apache.org/)</a:t>
            </a:r>
            <a:endParaRPr lang="vi-VN" dirty="0">
              <a:solidFill>
                <a:schemeClr val="bg1"/>
              </a:solidFill>
            </a:endParaRPr>
          </a:p>
        </p:txBody>
      </p:sp>
      <p:sp>
        <p:nvSpPr>
          <p:cNvPr id="45" name="Hộp Văn bản 44">
            <a:extLst>
              <a:ext uri="{FF2B5EF4-FFF2-40B4-BE49-F238E27FC236}">
                <a16:creationId xmlns:a16="http://schemas.microsoft.com/office/drawing/2014/main" id="{0595D89C-29E7-B06B-33DE-9B551FE39EB7}"/>
              </a:ext>
            </a:extLst>
          </p:cNvPr>
          <p:cNvSpPr txBox="1"/>
          <p:nvPr/>
        </p:nvSpPr>
        <p:spPr>
          <a:xfrm>
            <a:off x="1576439" y="3800713"/>
            <a:ext cx="4762193" cy="1692771"/>
          </a:xfrm>
          <a:prstGeom prst="rect">
            <a:avLst/>
          </a:prstGeom>
          <a:noFill/>
        </p:spPr>
        <p:txBody>
          <a:bodyPr wrap="square">
            <a:spAutoFit/>
          </a:bodyPr>
          <a:lstStyle/>
          <a:p>
            <a:r>
              <a:rPr lang="vi-VN" sz="3200" kern="0" dirty="0" err="1">
                <a:solidFill>
                  <a:schemeClr val="bg1"/>
                </a:solidFill>
                <a:latin typeface="Arial" panose="020B0604020202020204" pitchFamily="34" charset="0"/>
                <a:ea typeface="Yu Gothic UI Semibold" panose="020B0700000000000000" pitchFamily="34" charset="-128"/>
              </a:rPr>
              <a:t>ジャバデベロップメントキット</a:t>
            </a:r>
            <a:endParaRPr lang="vi-VN" sz="3200" kern="0" dirty="0">
              <a:solidFill>
                <a:schemeClr val="bg1"/>
              </a:solidFill>
              <a:latin typeface="Arial" panose="020B0604020202020204" pitchFamily="34" charset="0"/>
              <a:ea typeface="Yu Gothic UI Semibold" panose="020B0700000000000000" pitchFamily="34" charset="-128"/>
            </a:endParaRPr>
          </a:p>
          <a:p>
            <a:r>
              <a:rPr lang="vi-VN" sz="2400" dirty="0">
                <a:solidFill>
                  <a:schemeClr val="bg1"/>
                </a:solidFill>
              </a:rPr>
              <a:t>(</a:t>
            </a:r>
            <a:r>
              <a:rPr lang="vi-VN" sz="2400" dirty="0" err="1">
                <a:solidFill>
                  <a:schemeClr val="bg1"/>
                </a:solidFill>
              </a:rPr>
              <a:t>Java</a:t>
            </a:r>
            <a:r>
              <a:rPr lang="vi-VN" sz="2400" dirty="0">
                <a:solidFill>
                  <a:schemeClr val="bg1"/>
                </a:solidFill>
              </a:rPr>
              <a:t> </a:t>
            </a:r>
            <a:r>
              <a:rPr lang="vi-VN" sz="2400" dirty="0" err="1">
                <a:solidFill>
                  <a:schemeClr val="bg1"/>
                </a:solidFill>
              </a:rPr>
              <a:t>Development</a:t>
            </a:r>
            <a:r>
              <a:rPr lang="vi-VN" sz="2400" dirty="0">
                <a:solidFill>
                  <a:schemeClr val="bg1"/>
                </a:solidFill>
              </a:rPr>
              <a:t> </a:t>
            </a:r>
            <a:r>
              <a:rPr lang="vi-VN" sz="2400" dirty="0" err="1">
                <a:solidFill>
                  <a:schemeClr val="bg1"/>
                </a:solidFill>
              </a:rPr>
              <a:t>Kit</a:t>
            </a:r>
            <a:r>
              <a:rPr lang="vi-VN" sz="2400" dirty="0">
                <a:solidFill>
                  <a:schemeClr val="bg1"/>
                </a:solidFill>
              </a:rPr>
              <a:t> - JDK): https://www.oracle.com/java/technologies/downloads/</a:t>
            </a:r>
          </a:p>
        </p:txBody>
      </p:sp>
      <p:sp>
        <p:nvSpPr>
          <p:cNvPr id="7" name="Mũi tên: Xuống 6">
            <a:extLst>
              <a:ext uri="{FF2B5EF4-FFF2-40B4-BE49-F238E27FC236}">
                <a16:creationId xmlns:a16="http://schemas.microsoft.com/office/drawing/2014/main" id="{C250AE68-5C32-7BE6-0E74-F5E2E8020D2C}"/>
              </a:ext>
            </a:extLst>
          </p:cNvPr>
          <p:cNvSpPr/>
          <p:nvPr/>
        </p:nvSpPr>
        <p:spPr>
          <a:xfrm>
            <a:off x="2616200" y="6232271"/>
            <a:ext cx="484632" cy="978408"/>
          </a:xfrm>
          <a:prstGeom prst="downArrow">
            <a:avLst/>
          </a:prstGeom>
          <a:solidFill>
            <a:srgbClr val="F1F0F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Hộp Văn bản 50">
            <a:extLst>
              <a:ext uri="{FF2B5EF4-FFF2-40B4-BE49-F238E27FC236}">
                <a16:creationId xmlns:a16="http://schemas.microsoft.com/office/drawing/2014/main" id="{67619DA5-A55B-4971-A1B0-6169B07CF30D}"/>
              </a:ext>
            </a:extLst>
          </p:cNvPr>
          <p:cNvSpPr txBox="1"/>
          <p:nvPr/>
        </p:nvSpPr>
        <p:spPr>
          <a:xfrm>
            <a:off x="12192000" y="2753619"/>
            <a:ext cx="9173028" cy="1569660"/>
          </a:xfrm>
          <a:prstGeom prst="rect">
            <a:avLst/>
          </a:prstGeom>
          <a:noFill/>
        </p:spPr>
        <p:txBody>
          <a:bodyPr wrap="square">
            <a:spAutoFit/>
          </a:bodyPr>
          <a:lstStyle/>
          <a:p>
            <a:r>
              <a:rPr lang="vi-VN" sz="3200" kern="0" dirty="0" err="1">
                <a:latin typeface="Arial" panose="020B0604020202020204" pitchFamily="34" charset="0"/>
                <a:ea typeface="Yu Gothic UI Semibold" panose="020B0700000000000000" pitchFamily="34" charset="-128"/>
              </a:rPr>
              <a:t>上記の要件をインストールすると、プログラムは動作する準備が整えます。アパチェネットビーンスで、RUN</a:t>
            </a:r>
            <a:r>
              <a:rPr lang="vi-VN" sz="3200" kern="0" dirty="0">
                <a:latin typeface="Arial" panose="020B0604020202020204" pitchFamily="34" charset="0"/>
                <a:ea typeface="Yu Gothic UI Semibold" panose="020B0700000000000000" pitchFamily="34" charset="-128"/>
              </a:rPr>
              <a:t> </a:t>
            </a:r>
            <a:r>
              <a:rPr lang="vi-VN" sz="3200" kern="0" dirty="0" err="1">
                <a:latin typeface="Arial" panose="020B0604020202020204" pitchFamily="34" charset="0"/>
                <a:ea typeface="Yu Gothic UI Semibold" panose="020B0700000000000000" pitchFamily="34" charset="-128"/>
              </a:rPr>
              <a:t>を押すと、プログラムを行います</a:t>
            </a:r>
            <a:r>
              <a:rPr lang="vi-VN" dirty="0"/>
              <a:t>。</a:t>
            </a:r>
          </a:p>
        </p:txBody>
      </p:sp>
      <p:sp>
        <p:nvSpPr>
          <p:cNvPr id="52" name="Hộp Văn bản 51">
            <a:extLst>
              <a:ext uri="{FF2B5EF4-FFF2-40B4-BE49-F238E27FC236}">
                <a16:creationId xmlns:a16="http://schemas.microsoft.com/office/drawing/2014/main" id="{BF8CBA43-7906-033C-9622-DEAB3ECB3FA2}"/>
              </a:ext>
            </a:extLst>
          </p:cNvPr>
          <p:cNvSpPr txBox="1"/>
          <p:nvPr/>
        </p:nvSpPr>
        <p:spPr>
          <a:xfrm>
            <a:off x="2315411" y="7164636"/>
            <a:ext cx="9175750" cy="1569660"/>
          </a:xfrm>
          <a:prstGeom prst="rect">
            <a:avLst/>
          </a:prstGeom>
          <a:noFill/>
        </p:spPr>
        <p:txBody>
          <a:bodyPr wrap="square">
            <a:spAutoFit/>
          </a:bodyPr>
          <a:lstStyle/>
          <a:p>
            <a:r>
              <a:rPr lang="vi-VN" sz="3200" kern="0" dirty="0">
                <a:latin typeface="Arial" panose="020B0604020202020204" pitchFamily="34" charset="0"/>
                <a:ea typeface="Yu Gothic UI Semibold" panose="020B0700000000000000" pitchFamily="34" charset="-128"/>
              </a:rPr>
              <a:t>*</a:t>
            </a:r>
            <a:r>
              <a:rPr lang="vi-VN" sz="3200" kern="0" dirty="0" err="1">
                <a:latin typeface="Arial" panose="020B0604020202020204" pitchFamily="34" charset="0"/>
                <a:ea typeface="Yu Gothic UI Semibold" panose="020B0700000000000000" pitchFamily="34" charset="-128"/>
              </a:rPr>
              <a:t>ロギング</a:t>
            </a:r>
            <a:endParaRPr lang="vi-VN" sz="3200" kern="0" dirty="0">
              <a:latin typeface="Arial" panose="020B0604020202020204" pitchFamily="34" charset="0"/>
              <a:ea typeface="Yu Gothic UI Semibold" panose="020B0700000000000000" pitchFamily="34" charset="-128"/>
            </a:endParaRPr>
          </a:p>
          <a:p>
            <a:r>
              <a:rPr lang="vi-VN" sz="3200" kern="0" dirty="0" err="1">
                <a:latin typeface="Arial" panose="020B0604020202020204" pitchFamily="34" charset="0"/>
                <a:ea typeface="Yu Gothic UI Semibold" panose="020B0700000000000000" pitchFamily="34" charset="-128"/>
              </a:rPr>
              <a:t>アドミンのアカウント:bms</a:t>
            </a:r>
            <a:endParaRPr lang="vi-VN" sz="3200" kern="0" dirty="0">
              <a:latin typeface="Arial" panose="020B0604020202020204" pitchFamily="34" charset="0"/>
              <a:ea typeface="Yu Gothic UI Semibold" panose="020B0700000000000000" pitchFamily="34" charset="-128"/>
            </a:endParaRPr>
          </a:p>
          <a:p>
            <a:r>
              <a:rPr lang="vi-VN" sz="3200" kern="0" dirty="0">
                <a:latin typeface="Arial" panose="020B0604020202020204" pitchFamily="34" charset="0"/>
                <a:ea typeface="Yu Gothic UI Semibold" panose="020B0700000000000000" pitchFamily="34" charset="-128"/>
              </a:rPr>
              <a:t> </a:t>
            </a:r>
            <a:r>
              <a:rPr lang="vi-VN" sz="3200" kern="0" dirty="0" err="1">
                <a:latin typeface="Arial" panose="020B0604020202020204" pitchFamily="34" charset="0"/>
                <a:ea typeface="Yu Gothic UI Semibold" panose="020B0700000000000000" pitchFamily="34" charset="-128"/>
              </a:rPr>
              <a:t>パスワード</a:t>
            </a:r>
            <a:r>
              <a:rPr lang="vi-VN" sz="3200" kern="0" dirty="0">
                <a:latin typeface="Arial" panose="020B0604020202020204" pitchFamily="34" charset="0"/>
                <a:ea typeface="Yu Gothic UI Semibold" panose="020B0700000000000000" pitchFamily="34" charset="-128"/>
              </a:rPr>
              <a:t>: 1</a:t>
            </a:r>
          </a:p>
        </p:txBody>
      </p:sp>
    </p:spTree>
    <p:extLst>
      <p:ext uri="{BB962C8B-B14F-4D97-AF65-F5344CB8AC3E}">
        <p14:creationId xmlns:p14="http://schemas.microsoft.com/office/powerpoint/2010/main" val="41221914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23940"/>
        </a:solidFill>
        <a:effectLst/>
      </p:bgPr>
    </p:bg>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61E97176-B9D1-668E-85A1-CFC8BD1E05C3}"/>
              </a:ext>
            </a:extLst>
          </p:cNvPr>
          <p:cNvSpPr>
            <a:spLocks noGrp="1"/>
          </p:cNvSpPr>
          <p:nvPr>
            <p:ph type="sldNum" sz="quarter" idx="12"/>
          </p:nvPr>
        </p:nvSpPr>
        <p:spPr/>
        <p:txBody>
          <a:bodyPr/>
          <a:lstStyle/>
          <a:p>
            <a:fld id="{E9AE0C10-0EF1-C246-872D-CC0E704EB9A9}" type="slidenum">
              <a:rPr lang="en-VN" smtClean="0"/>
              <a:t>8</a:t>
            </a:fld>
            <a:endParaRPr lang="en-VN"/>
          </a:p>
        </p:txBody>
      </p:sp>
      <p:grpSp>
        <p:nvGrpSpPr>
          <p:cNvPr id="31" name="Nhóm 30">
            <a:extLst>
              <a:ext uri="{FF2B5EF4-FFF2-40B4-BE49-F238E27FC236}">
                <a16:creationId xmlns:a16="http://schemas.microsoft.com/office/drawing/2014/main" id="{CD51EB34-1F8C-B380-0932-2477BF35C5D8}"/>
              </a:ext>
            </a:extLst>
          </p:cNvPr>
          <p:cNvGrpSpPr/>
          <p:nvPr/>
        </p:nvGrpSpPr>
        <p:grpSpPr>
          <a:xfrm>
            <a:off x="5303366" y="-150074"/>
            <a:ext cx="1619215" cy="775843"/>
            <a:chOff x="5273626" y="-162981"/>
            <a:chExt cx="1619215" cy="775843"/>
          </a:xfrm>
        </p:grpSpPr>
        <p:pic>
          <p:nvPicPr>
            <p:cNvPr id="27" name="Đồ họa 26" descr="Mountains with solid fill">
              <a:extLst>
                <a:ext uri="{FF2B5EF4-FFF2-40B4-BE49-F238E27FC236}">
                  <a16:creationId xmlns:a16="http://schemas.microsoft.com/office/drawing/2014/main" id="{2DE32B1E-BA77-B866-C2C7-ED71F430F5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273626" y="-162981"/>
              <a:ext cx="914400" cy="775843"/>
            </a:xfrm>
            <a:prstGeom prst="rect">
              <a:avLst/>
            </a:prstGeom>
          </p:spPr>
        </p:pic>
        <p:pic>
          <p:nvPicPr>
            <p:cNvPr id="28" name="Đồ họa 27" descr="Mountains with solid fill">
              <a:extLst>
                <a:ext uri="{FF2B5EF4-FFF2-40B4-BE49-F238E27FC236}">
                  <a16:creationId xmlns:a16="http://schemas.microsoft.com/office/drawing/2014/main" id="{9705640F-D1AE-3E2E-16DB-925E6E3C4E2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flipV="1">
              <a:off x="5978441" y="-162981"/>
              <a:ext cx="914400" cy="775843"/>
            </a:xfrm>
            <a:prstGeom prst="rect">
              <a:avLst/>
            </a:prstGeom>
          </p:spPr>
        </p:pic>
      </p:grpSp>
      <p:grpSp>
        <p:nvGrpSpPr>
          <p:cNvPr id="2" name="Nhóm 1">
            <a:extLst>
              <a:ext uri="{FF2B5EF4-FFF2-40B4-BE49-F238E27FC236}">
                <a16:creationId xmlns:a16="http://schemas.microsoft.com/office/drawing/2014/main" id="{19153056-9A1C-2489-8FB1-C44984DB39F8}"/>
              </a:ext>
            </a:extLst>
          </p:cNvPr>
          <p:cNvGrpSpPr/>
          <p:nvPr/>
        </p:nvGrpSpPr>
        <p:grpSpPr>
          <a:xfrm>
            <a:off x="-5949222" y="1598378"/>
            <a:ext cx="5359921" cy="1815882"/>
            <a:chOff x="857844" y="1598378"/>
            <a:chExt cx="5359921" cy="1815882"/>
          </a:xfrm>
        </p:grpSpPr>
        <p:sp>
          <p:nvSpPr>
            <p:cNvPr id="34" name="Oval 18">
              <a:extLst>
                <a:ext uri="{FF2B5EF4-FFF2-40B4-BE49-F238E27FC236}">
                  <a16:creationId xmlns:a16="http://schemas.microsoft.com/office/drawing/2014/main" id="{BB733AC7-86B0-5118-F311-1CE5B64D266D}"/>
                </a:ext>
              </a:extLst>
            </p:cNvPr>
            <p:cNvSpPr/>
            <p:nvPr/>
          </p:nvSpPr>
          <p:spPr>
            <a:xfrm>
              <a:off x="857844" y="1611989"/>
              <a:ext cx="609600" cy="638629"/>
            </a:xfrm>
            <a:prstGeom prst="ellipse">
              <a:avLst/>
            </a:prstGeom>
            <a:solidFill>
              <a:srgbClr val="E8E5E4"/>
            </a:solidFill>
            <a:ln>
              <a:solidFill>
                <a:srgbClr val="4F2409"/>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8" name="Oval 44">
              <a:extLst>
                <a:ext uri="{FF2B5EF4-FFF2-40B4-BE49-F238E27FC236}">
                  <a16:creationId xmlns:a16="http://schemas.microsoft.com/office/drawing/2014/main" id="{56F53CEB-08FF-31F3-FC6E-CCCA57FB2933}"/>
                </a:ext>
              </a:extLst>
            </p:cNvPr>
            <p:cNvSpPr>
              <a:spLocks noChangeAspect="1"/>
            </p:cNvSpPr>
            <p:nvPr/>
          </p:nvSpPr>
          <p:spPr>
            <a:xfrm>
              <a:off x="1091340" y="1772962"/>
              <a:ext cx="240245" cy="286057"/>
            </a:xfrm>
            <a:custGeom>
              <a:avLst/>
              <a:gdLst/>
              <a:ahLst/>
              <a:cxnLst/>
              <a:rect l="l" t="t" r="r" b="b"/>
              <a:pathLst>
                <a:path w="2721114" h="3240000">
                  <a:moveTo>
                    <a:pt x="2519839" y="2469622"/>
                  </a:moveTo>
                  <a:lnTo>
                    <a:pt x="2201779" y="2787682"/>
                  </a:lnTo>
                  <a:lnTo>
                    <a:pt x="2003023" y="2588926"/>
                  </a:lnTo>
                  <a:lnTo>
                    <a:pt x="1901669" y="2690281"/>
                  </a:lnTo>
                  <a:lnTo>
                    <a:pt x="2203868" y="2992480"/>
                  </a:lnTo>
                  <a:lnTo>
                    <a:pt x="2305222" y="2891125"/>
                  </a:lnTo>
                  <a:lnTo>
                    <a:pt x="2303133" y="2889037"/>
                  </a:lnTo>
                  <a:lnTo>
                    <a:pt x="2621194" y="2570977"/>
                  </a:lnTo>
                  <a:close/>
                  <a:moveTo>
                    <a:pt x="2263914" y="2238970"/>
                  </a:moveTo>
                  <a:cubicBezTo>
                    <a:pt x="2516419" y="2238970"/>
                    <a:pt x="2721114" y="2443665"/>
                    <a:pt x="2721114" y="2696170"/>
                  </a:cubicBezTo>
                  <a:cubicBezTo>
                    <a:pt x="2721114" y="2948675"/>
                    <a:pt x="2516419" y="3153370"/>
                    <a:pt x="2263914" y="3153370"/>
                  </a:cubicBezTo>
                  <a:cubicBezTo>
                    <a:pt x="2011409" y="3153370"/>
                    <a:pt x="1806714" y="2948675"/>
                    <a:pt x="1806714" y="2696170"/>
                  </a:cubicBezTo>
                  <a:cubicBezTo>
                    <a:pt x="1806714" y="2443665"/>
                    <a:pt x="2011409" y="2238970"/>
                    <a:pt x="2263914" y="2238970"/>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rgbClr val="E8E5E4"/>
            </a:solidFill>
            <a:ln>
              <a:solidFill>
                <a:srgbClr val="4F240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44" name="Hộp Văn bản 43">
              <a:extLst>
                <a:ext uri="{FF2B5EF4-FFF2-40B4-BE49-F238E27FC236}">
                  <a16:creationId xmlns:a16="http://schemas.microsoft.com/office/drawing/2014/main" id="{BF1B0783-2F8C-D477-8767-B9AEC5CBD9EE}"/>
                </a:ext>
              </a:extLst>
            </p:cNvPr>
            <p:cNvSpPr txBox="1"/>
            <p:nvPr/>
          </p:nvSpPr>
          <p:spPr>
            <a:xfrm>
              <a:off x="1641618" y="1598378"/>
              <a:ext cx="4576147" cy="1815882"/>
            </a:xfrm>
            <a:prstGeom prst="rect">
              <a:avLst/>
            </a:prstGeom>
            <a:noFill/>
          </p:spPr>
          <p:txBody>
            <a:bodyPr wrap="square">
              <a:spAutoFit/>
            </a:bodyPr>
            <a:lstStyle/>
            <a:p>
              <a:r>
                <a:rPr lang="vi-VN" sz="3200" kern="0" dirty="0" err="1">
                  <a:solidFill>
                    <a:schemeClr val="bg1"/>
                  </a:solidFill>
                  <a:latin typeface="Arial" panose="020B0604020202020204" pitchFamily="34" charset="0"/>
                  <a:ea typeface="Yu Gothic UI Semibold" panose="020B0700000000000000" pitchFamily="34" charset="-128"/>
                </a:rPr>
                <a:t>アイディーイ</a:t>
              </a:r>
              <a:r>
                <a:rPr lang="vi-VN" sz="3200" kern="0" dirty="0">
                  <a:solidFill>
                    <a:schemeClr val="bg1"/>
                  </a:solidFill>
                  <a:latin typeface="Arial" panose="020B0604020202020204" pitchFamily="34" charset="0"/>
                  <a:ea typeface="Yu Gothic UI Semibold" panose="020B0700000000000000" pitchFamily="34" charset="-128"/>
                </a:rPr>
                <a:t>ー (IDE): </a:t>
              </a:r>
              <a:r>
                <a:rPr lang="vi-VN" sz="3200" kern="0" dirty="0" err="1">
                  <a:solidFill>
                    <a:schemeClr val="bg1"/>
                  </a:solidFill>
                  <a:latin typeface="Arial" panose="020B0604020202020204" pitchFamily="34" charset="0"/>
                  <a:ea typeface="Yu Gothic UI Semibold" panose="020B0700000000000000" pitchFamily="34" charset="-128"/>
                </a:rPr>
                <a:t>アパチェネットビーンス</a:t>
              </a:r>
              <a:endParaRPr lang="vi-VN" sz="3200" kern="0" dirty="0">
                <a:solidFill>
                  <a:schemeClr val="bg1"/>
                </a:solidFill>
                <a:latin typeface="Arial" panose="020B0604020202020204" pitchFamily="34" charset="0"/>
                <a:ea typeface="Yu Gothic UI Semibold" panose="020B0700000000000000" pitchFamily="34" charset="-128"/>
              </a:endParaRPr>
            </a:p>
            <a:p>
              <a:r>
                <a:rPr lang="vi-VN" sz="2400" dirty="0">
                  <a:solidFill>
                    <a:schemeClr val="bg1"/>
                  </a:solidFill>
                </a:rPr>
                <a:t>(</a:t>
              </a:r>
              <a:r>
                <a:rPr lang="vi-VN" sz="2400" dirty="0" err="1">
                  <a:solidFill>
                    <a:schemeClr val="bg1"/>
                  </a:solidFill>
                </a:rPr>
                <a:t>Apache</a:t>
              </a:r>
              <a:r>
                <a:rPr lang="vi-VN" sz="2400" dirty="0">
                  <a:solidFill>
                    <a:schemeClr val="bg1"/>
                  </a:solidFill>
                </a:rPr>
                <a:t> </a:t>
              </a:r>
              <a:r>
                <a:rPr lang="vi-VN" sz="2400" dirty="0" err="1">
                  <a:solidFill>
                    <a:schemeClr val="bg1"/>
                  </a:solidFill>
                </a:rPr>
                <a:t>Netbeans</a:t>
              </a:r>
              <a:r>
                <a:rPr lang="vi-VN" sz="2400" dirty="0">
                  <a:solidFill>
                    <a:schemeClr val="bg1"/>
                  </a:solidFill>
                </a:rPr>
                <a:t>) (https://netbeans.apache.org/)</a:t>
              </a:r>
              <a:endParaRPr lang="vi-VN" dirty="0">
                <a:solidFill>
                  <a:schemeClr val="bg1"/>
                </a:solidFill>
              </a:endParaRPr>
            </a:p>
          </p:txBody>
        </p:sp>
      </p:grpSp>
      <p:grpSp>
        <p:nvGrpSpPr>
          <p:cNvPr id="5" name="Nhóm 4">
            <a:extLst>
              <a:ext uri="{FF2B5EF4-FFF2-40B4-BE49-F238E27FC236}">
                <a16:creationId xmlns:a16="http://schemas.microsoft.com/office/drawing/2014/main" id="{77328630-82C2-C931-268A-5BD5D239ABCB}"/>
              </a:ext>
            </a:extLst>
          </p:cNvPr>
          <p:cNvGrpSpPr/>
          <p:nvPr/>
        </p:nvGrpSpPr>
        <p:grpSpPr>
          <a:xfrm>
            <a:off x="-6145202" y="3956702"/>
            <a:ext cx="5552092" cy="1692771"/>
            <a:chOff x="786540" y="3800713"/>
            <a:chExt cx="5552092" cy="1692771"/>
          </a:xfrm>
        </p:grpSpPr>
        <p:grpSp>
          <p:nvGrpSpPr>
            <p:cNvPr id="3" name="Nhóm 2">
              <a:extLst>
                <a:ext uri="{FF2B5EF4-FFF2-40B4-BE49-F238E27FC236}">
                  <a16:creationId xmlns:a16="http://schemas.microsoft.com/office/drawing/2014/main" id="{E4EA369B-7C1B-EEBD-4DF8-177EE2C601D8}"/>
                </a:ext>
              </a:extLst>
            </p:cNvPr>
            <p:cNvGrpSpPr/>
            <p:nvPr/>
          </p:nvGrpSpPr>
          <p:grpSpPr>
            <a:xfrm>
              <a:off x="786540" y="3800713"/>
              <a:ext cx="609600" cy="638629"/>
              <a:chOff x="839278" y="2624983"/>
              <a:chExt cx="609600" cy="638629"/>
            </a:xfrm>
          </p:grpSpPr>
          <p:sp>
            <p:nvSpPr>
              <p:cNvPr id="30" name="Oval 12">
                <a:extLst>
                  <a:ext uri="{FF2B5EF4-FFF2-40B4-BE49-F238E27FC236}">
                    <a16:creationId xmlns:a16="http://schemas.microsoft.com/office/drawing/2014/main" id="{C1DE9D23-45DA-47E1-5719-F455AE2ADB3D}"/>
                  </a:ext>
                </a:extLst>
              </p:cNvPr>
              <p:cNvSpPr/>
              <p:nvPr/>
            </p:nvSpPr>
            <p:spPr>
              <a:xfrm>
                <a:off x="839278" y="2624983"/>
                <a:ext cx="609600" cy="638629"/>
              </a:xfrm>
              <a:prstGeom prst="ellipse">
                <a:avLst/>
              </a:prstGeom>
              <a:solidFill>
                <a:srgbClr val="E8E5E4"/>
              </a:solidFill>
              <a:ln>
                <a:solidFill>
                  <a:srgbClr val="4F2409"/>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6" name="Round Same Side Corner Rectangle 6">
                <a:extLst>
                  <a:ext uri="{FF2B5EF4-FFF2-40B4-BE49-F238E27FC236}">
                    <a16:creationId xmlns:a16="http://schemas.microsoft.com/office/drawing/2014/main" id="{D3E613CB-F468-A055-E1E4-961517D27E8C}"/>
                  </a:ext>
                </a:extLst>
              </p:cNvPr>
              <p:cNvSpPr/>
              <p:nvPr/>
            </p:nvSpPr>
            <p:spPr>
              <a:xfrm rot="2700000">
                <a:off x="1130555" y="2748309"/>
                <a:ext cx="67645" cy="386349"/>
              </a:xfrm>
              <a:custGeom>
                <a:avLst/>
                <a:gdLst/>
                <a:ahLst/>
                <a:cxnLst/>
                <a:rect l="l" t="t" r="r" b="b"/>
                <a:pathLst>
                  <a:path w="1035916" h="4153123">
                    <a:moveTo>
                      <a:pt x="277501" y="3759099"/>
                    </a:moveTo>
                    <a:lnTo>
                      <a:pt x="758408" y="3759099"/>
                    </a:lnTo>
                    <a:lnTo>
                      <a:pt x="517954" y="4153123"/>
                    </a:lnTo>
                    <a:close/>
                    <a:moveTo>
                      <a:pt x="42612" y="2944898"/>
                    </a:moveTo>
                    <a:cubicBezTo>
                      <a:pt x="153922" y="2941505"/>
                      <a:pt x="246502" y="2889483"/>
                      <a:pt x="275675" y="2819018"/>
                    </a:cubicBezTo>
                    <a:cubicBezTo>
                      <a:pt x="304648" y="2892614"/>
                      <a:pt x="403763" y="2945872"/>
                      <a:pt x="521107" y="2945872"/>
                    </a:cubicBezTo>
                    <a:cubicBezTo>
                      <a:pt x="638453" y="2945872"/>
                      <a:pt x="737567" y="2892613"/>
                      <a:pt x="766540" y="2819017"/>
                    </a:cubicBezTo>
                    <a:cubicBezTo>
                      <a:pt x="795133" y="2888142"/>
                      <a:pt x="884783" y="2939514"/>
                      <a:pt x="993299" y="2944464"/>
                    </a:cubicBezTo>
                    <a:lnTo>
                      <a:pt x="776840" y="3657264"/>
                    </a:lnTo>
                    <a:lnTo>
                      <a:pt x="258940" y="3657264"/>
                    </a:lnTo>
                    <a:close/>
                    <a:moveTo>
                      <a:pt x="809102" y="564558"/>
                    </a:moveTo>
                    <a:lnTo>
                      <a:pt x="1035914" y="564558"/>
                    </a:lnTo>
                    <a:lnTo>
                      <a:pt x="1035915" y="2838682"/>
                    </a:lnTo>
                    <a:cubicBezTo>
                      <a:pt x="1029586" y="2840409"/>
                      <a:pt x="1023074" y="2840731"/>
                      <a:pt x="1016490" y="2840731"/>
                    </a:cubicBezTo>
                    <a:cubicBezTo>
                      <a:pt x="901952" y="2840731"/>
                      <a:pt x="809102" y="2743612"/>
                      <a:pt x="809101" y="2623810"/>
                    </a:cubicBezTo>
                    <a:close/>
                    <a:moveTo>
                      <a:pt x="310569" y="564558"/>
                    </a:moveTo>
                    <a:lnTo>
                      <a:pt x="725347" y="564558"/>
                    </a:lnTo>
                    <a:lnTo>
                      <a:pt x="725347" y="2633342"/>
                    </a:lnTo>
                    <a:cubicBezTo>
                      <a:pt x="725347" y="2747880"/>
                      <a:pt x="632496" y="2840731"/>
                      <a:pt x="517958" y="2840731"/>
                    </a:cubicBezTo>
                    <a:cubicBezTo>
                      <a:pt x="403420" y="2840731"/>
                      <a:pt x="310569" y="2747880"/>
                      <a:pt x="310569" y="2633342"/>
                    </a:cubicBezTo>
                    <a:close/>
                    <a:moveTo>
                      <a:pt x="0" y="564557"/>
                    </a:moveTo>
                    <a:lnTo>
                      <a:pt x="226813" y="564557"/>
                    </a:lnTo>
                    <a:lnTo>
                      <a:pt x="226813" y="2623810"/>
                    </a:lnTo>
                    <a:cubicBezTo>
                      <a:pt x="226813" y="2743612"/>
                      <a:pt x="133962" y="2840731"/>
                      <a:pt x="19424" y="2840730"/>
                    </a:cubicBezTo>
                    <a:cubicBezTo>
                      <a:pt x="12841" y="2840730"/>
                      <a:pt x="6329" y="2840409"/>
                      <a:pt x="0" y="2838682"/>
                    </a:cubicBezTo>
                    <a:close/>
                    <a:moveTo>
                      <a:pt x="71964" y="71964"/>
                    </a:moveTo>
                    <a:cubicBezTo>
                      <a:pt x="116427" y="27501"/>
                      <a:pt x="177852" y="0"/>
                      <a:pt x="245701" y="0"/>
                    </a:cubicBezTo>
                    <a:lnTo>
                      <a:pt x="790215" y="0"/>
                    </a:lnTo>
                    <a:cubicBezTo>
                      <a:pt x="925912" y="0"/>
                      <a:pt x="1035916" y="110004"/>
                      <a:pt x="1035916" y="245701"/>
                    </a:cubicBezTo>
                    <a:cubicBezTo>
                      <a:pt x="1035916" y="327601"/>
                      <a:pt x="1035915" y="409501"/>
                      <a:pt x="1035915" y="491401"/>
                    </a:cubicBezTo>
                    <a:lnTo>
                      <a:pt x="0" y="491401"/>
                    </a:lnTo>
                    <a:lnTo>
                      <a:pt x="0" y="245701"/>
                    </a:lnTo>
                    <a:cubicBezTo>
                      <a:pt x="0" y="177853"/>
                      <a:pt x="27501" y="116427"/>
                      <a:pt x="71964" y="71964"/>
                    </a:cubicBezTo>
                    <a:close/>
                  </a:path>
                </a:pathLst>
              </a:custGeom>
              <a:solidFill>
                <a:srgbClr val="E8E5E4"/>
              </a:solidFill>
              <a:ln>
                <a:solidFill>
                  <a:srgbClr val="4F240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sp>
          <p:nvSpPr>
            <p:cNvPr id="45" name="Hộp Văn bản 44">
              <a:extLst>
                <a:ext uri="{FF2B5EF4-FFF2-40B4-BE49-F238E27FC236}">
                  <a16:creationId xmlns:a16="http://schemas.microsoft.com/office/drawing/2014/main" id="{0595D89C-29E7-B06B-33DE-9B551FE39EB7}"/>
                </a:ext>
              </a:extLst>
            </p:cNvPr>
            <p:cNvSpPr txBox="1"/>
            <p:nvPr/>
          </p:nvSpPr>
          <p:spPr>
            <a:xfrm>
              <a:off x="1576439" y="3800713"/>
              <a:ext cx="4762193" cy="1692771"/>
            </a:xfrm>
            <a:prstGeom prst="rect">
              <a:avLst/>
            </a:prstGeom>
            <a:noFill/>
          </p:spPr>
          <p:txBody>
            <a:bodyPr wrap="square">
              <a:spAutoFit/>
            </a:bodyPr>
            <a:lstStyle/>
            <a:p>
              <a:r>
                <a:rPr lang="vi-VN" sz="3200" kern="0" dirty="0" err="1">
                  <a:solidFill>
                    <a:schemeClr val="bg1"/>
                  </a:solidFill>
                  <a:latin typeface="Arial" panose="020B0604020202020204" pitchFamily="34" charset="0"/>
                  <a:ea typeface="Yu Gothic UI Semibold" panose="020B0700000000000000" pitchFamily="34" charset="-128"/>
                </a:rPr>
                <a:t>ジャバデベロップメントキット</a:t>
              </a:r>
              <a:endParaRPr lang="vi-VN" sz="3200" kern="0" dirty="0">
                <a:solidFill>
                  <a:schemeClr val="bg1"/>
                </a:solidFill>
                <a:latin typeface="Arial" panose="020B0604020202020204" pitchFamily="34" charset="0"/>
                <a:ea typeface="Yu Gothic UI Semibold" panose="020B0700000000000000" pitchFamily="34" charset="-128"/>
              </a:endParaRPr>
            </a:p>
            <a:p>
              <a:r>
                <a:rPr lang="vi-VN" sz="2400" dirty="0">
                  <a:solidFill>
                    <a:schemeClr val="bg1"/>
                  </a:solidFill>
                </a:rPr>
                <a:t>(</a:t>
              </a:r>
              <a:r>
                <a:rPr lang="vi-VN" sz="2400" dirty="0" err="1">
                  <a:solidFill>
                    <a:schemeClr val="bg1"/>
                  </a:solidFill>
                </a:rPr>
                <a:t>Java</a:t>
              </a:r>
              <a:r>
                <a:rPr lang="vi-VN" sz="2400" dirty="0">
                  <a:solidFill>
                    <a:schemeClr val="bg1"/>
                  </a:solidFill>
                </a:rPr>
                <a:t> </a:t>
              </a:r>
              <a:r>
                <a:rPr lang="vi-VN" sz="2400" dirty="0" err="1">
                  <a:solidFill>
                    <a:schemeClr val="bg1"/>
                  </a:solidFill>
                </a:rPr>
                <a:t>Development</a:t>
              </a:r>
              <a:r>
                <a:rPr lang="vi-VN" sz="2400" dirty="0">
                  <a:solidFill>
                    <a:schemeClr val="bg1"/>
                  </a:solidFill>
                </a:rPr>
                <a:t> </a:t>
              </a:r>
              <a:r>
                <a:rPr lang="vi-VN" sz="2400" dirty="0" err="1">
                  <a:solidFill>
                    <a:schemeClr val="bg1"/>
                  </a:solidFill>
                </a:rPr>
                <a:t>Kit</a:t>
              </a:r>
              <a:r>
                <a:rPr lang="vi-VN" sz="2400" dirty="0">
                  <a:solidFill>
                    <a:schemeClr val="bg1"/>
                  </a:solidFill>
                </a:rPr>
                <a:t> - JDK): https://www.oracle.com/java/technologies/downloads/</a:t>
              </a:r>
            </a:p>
          </p:txBody>
        </p:sp>
      </p:grpSp>
      <p:sp>
        <p:nvSpPr>
          <p:cNvPr id="7" name="Mũi tên: Xuống 6">
            <a:extLst>
              <a:ext uri="{FF2B5EF4-FFF2-40B4-BE49-F238E27FC236}">
                <a16:creationId xmlns:a16="http://schemas.microsoft.com/office/drawing/2014/main" id="{C250AE68-5C32-7BE6-0E74-F5E2E8020D2C}"/>
              </a:ext>
            </a:extLst>
          </p:cNvPr>
          <p:cNvSpPr/>
          <p:nvPr/>
        </p:nvSpPr>
        <p:spPr>
          <a:xfrm rot="18522685">
            <a:off x="4024624" y="-953973"/>
            <a:ext cx="484632" cy="3279575"/>
          </a:xfrm>
          <a:prstGeom prst="downArrow">
            <a:avLst/>
          </a:prstGeom>
          <a:solidFill>
            <a:srgbClr val="F1F0F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Hình chữ nhật 14">
            <a:extLst>
              <a:ext uri="{FF2B5EF4-FFF2-40B4-BE49-F238E27FC236}">
                <a16:creationId xmlns:a16="http://schemas.microsoft.com/office/drawing/2014/main" id="{76159CE9-1031-1ED8-A801-F0C0C3FE7A32}"/>
              </a:ext>
            </a:extLst>
          </p:cNvPr>
          <p:cNvSpPr/>
          <p:nvPr/>
        </p:nvSpPr>
        <p:spPr>
          <a:xfrm>
            <a:off x="0" y="2649269"/>
            <a:ext cx="12192000" cy="42087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*ロギング</a:t>
            </a:r>
          </a:p>
          <a:p>
            <a:pPr algn="ctr"/>
            <a:r>
              <a:rPr lang="ja-JP" altLang="en-US"/>
              <a:t>アドミンのアカウント</a:t>
            </a:r>
            <a:r>
              <a:rPr lang="en-US" altLang="ja-JP"/>
              <a:t>:bms</a:t>
            </a:r>
          </a:p>
          <a:p>
            <a:pPr algn="ctr"/>
            <a:r>
              <a:rPr lang="en-US" altLang="ja-JP"/>
              <a:t> </a:t>
            </a:r>
            <a:r>
              <a:rPr lang="ja-JP" altLang="en-US"/>
              <a:t>パスワード</a:t>
            </a:r>
            <a:r>
              <a:rPr lang="en-US" altLang="ja-JP"/>
              <a:t>: 1</a:t>
            </a:r>
            <a:endParaRPr lang="vi-VN"/>
          </a:p>
        </p:txBody>
      </p:sp>
      <p:sp>
        <p:nvSpPr>
          <p:cNvPr id="16" name="Hình chữ nhật 15">
            <a:extLst>
              <a:ext uri="{FF2B5EF4-FFF2-40B4-BE49-F238E27FC236}">
                <a16:creationId xmlns:a16="http://schemas.microsoft.com/office/drawing/2014/main" id="{7E9D9F15-7F43-B7BD-FB20-C6C473C72E10}"/>
              </a:ext>
            </a:extLst>
          </p:cNvPr>
          <p:cNvSpPr/>
          <p:nvPr/>
        </p:nvSpPr>
        <p:spPr>
          <a:xfrm>
            <a:off x="0" y="2183360"/>
            <a:ext cx="12192000" cy="465909"/>
          </a:xfrm>
          <a:prstGeom prst="rect">
            <a:avLst/>
          </a:prstGeom>
          <a:solidFill>
            <a:srgbClr val="F1F0F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Hộp Văn bản 22">
            <a:extLst>
              <a:ext uri="{FF2B5EF4-FFF2-40B4-BE49-F238E27FC236}">
                <a16:creationId xmlns:a16="http://schemas.microsoft.com/office/drawing/2014/main" id="{3B4AAE8A-EEA0-4EC2-0074-E5F3F3144A94}"/>
              </a:ext>
            </a:extLst>
          </p:cNvPr>
          <p:cNvSpPr txBox="1"/>
          <p:nvPr/>
        </p:nvSpPr>
        <p:spPr>
          <a:xfrm>
            <a:off x="2336067" y="2753619"/>
            <a:ext cx="9173028" cy="1569660"/>
          </a:xfrm>
          <a:prstGeom prst="rect">
            <a:avLst/>
          </a:prstGeom>
          <a:noFill/>
        </p:spPr>
        <p:txBody>
          <a:bodyPr wrap="square">
            <a:spAutoFit/>
          </a:bodyPr>
          <a:lstStyle/>
          <a:p>
            <a:r>
              <a:rPr lang="vi-VN" sz="3200" kern="0" dirty="0" err="1">
                <a:latin typeface="Arial" panose="020B0604020202020204" pitchFamily="34" charset="0"/>
                <a:ea typeface="Yu Gothic UI Semibold" panose="020B0700000000000000" pitchFamily="34" charset="-128"/>
              </a:rPr>
              <a:t>上記の要件をインストールすると、プログラムは動作する準備が整えます。アパチェネットビーンスで、RUN</a:t>
            </a:r>
            <a:r>
              <a:rPr lang="vi-VN" sz="3200" kern="0" dirty="0">
                <a:latin typeface="Arial" panose="020B0604020202020204" pitchFamily="34" charset="0"/>
                <a:ea typeface="Yu Gothic UI Semibold" panose="020B0700000000000000" pitchFamily="34" charset="-128"/>
              </a:rPr>
              <a:t> </a:t>
            </a:r>
            <a:r>
              <a:rPr lang="vi-VN" sz="3200" kern="0" dirty="0" err="1">
                <a:latin typeface="Arial" panose="020B0604020202020204" pitchFamily="34" charset="0"/>
                <a:ea typeface="Yu Gothic UI Semibold" panose="020B0700000000000000" pitchFamily="34" charset="-128"/>
              </a:rPr>
              <a:t>を押すと、プログラムを行います</a:t>
            </a:r>
            <a:r>
              <a:rPr lang="vi-VN" dirty="0"/>
              <a:t>。</a:t>
            </a:r>
          </a:p>
        </p:txBody>
      </p:sp>
      <p:sp>
        <p:nvSpPr>
          <p:cNvPr id="25" name="Hộp Văn bản 24">
            <a:extLst>
              <a:ext uri="{FF2B5EF4-FFF2-40B4-BE49-F238E27FC236}">
                <a16:creationId xmlns:a16="http://schemas.microsoft.com/office/drawing/2014/main" id="{87C21E9A-1076-E214-CECE-7FAAF023BAA0}"/>
              </a:ext>
            </a:extLst>
          </p:cNvPr>
          <p:cNvSpPr txBox="1"/>
          <p:nvPr/>
        </p:nvSpPr>
        <p:spPr>
          <a:xfrm>
            <a:off x="2315411" y="4688858"/>
            <a:ext cx="9175750" cy="1569660"/>
          </a:xfrm>
          <a:prstGeom prst="rect">
            <a:avLst/>
          </a:prstGeom>
          <a:noFill/>
        </p:spPr>
        <p:txBody>
          <a:bodyPr wrap="square">
            <a:spAutoFit/>
          </a:bodyPr>
          <a:lstStyle/>
          <a:p>
            <a:r>
              <a:rPr lang="vi-VN" sz="3200" kern="0" dirty="0">
                <a:latin typeface="Arial" panose="020B0604020202020204" pitchFamily="34" charset="0"/>
                <a:ea typeface="Yu Gothic UI Semibold" panose="020B0700000000000000" pitchFamily="34" charset="-128"/>
              </a:rPr>
              <a:t>*</a:t>
            </a:r>
            <a:r>
              <a:rPr lang="vi-VN" sz="3200" kern="0" dirty="0" err="1">
                <a:latin typeface="Arial" panose="020B0604020202020204" pitchFamily="34" charset="0"/>
                <a:ea typeface="Yu Gothic UI Semibold" panose="020B0700000000000000" pitchFamily="34" charset="-128"/>
              </a:rPr>
              <a:t>ロギング</a:t>
            </a:r>
            <a:endParaRPr lang="vi-VN" sz="3200" kern="0" dirty="0">
              <a:latin typeface="Arial" panose="020B0604020202020204" pitchFamily="34" charset="0"/>
              <a:ea typeface="Yu Gothic UI Semibold" panose="020B0700000000000000" pitchFamily="34" charset="-128"/>
            </a:endParaRPr>
          </a:p>
          <a:p>
            <a:r>
              <a:rPr lang="vi-VN" sz="3200" kern="0" dirty="0" err="1">
                <a:latin typeface="Arial" panose="020B0604020202020204" pitchFamily="34" charset="0"/>
                <a:ea typeface="Yu Gothic UI Semibold" panose="020B0700000000000000" pitchFamily="34" charset="-128"/>
              </a:rPr>
              <a:t>アドミンのアカウント:bms</a:t>
            </a:r>
            <a:endParaRPr lang="vi-VN" sz="3200" kern="0" dirty="0">
              <a:latin typeface="Arial" panose="020B0604020202020204" pitchFamily="34" charset="0"/>
              <a:ea typeface="Yu Gothic UI Semibold" panose="020B0700000000000000" pitchFamily="34" charset="-128"/>
            </a:endParaRPr>
          </a:p>
          <a:p>
            <a:r>
              <a:rPr lang="vi-VN" sz="3200" kern="0" dirty="0">
                <a:latin typeface="Arial" panose="020B0604020202020204" pitchFamily="34" charset="0"/>
                <a:ea typeface="Yu Gothic UI Semibold" panose="020B0700000000000000" pitchFamily="34" charset="-128"/>
              </a:rPr>
              <a:t> </a:t>
            </a:r>
            <a:r>
              <a:rPr lang="vi-VN" sz="3200" kern="0" dirty="0" err="1">
                <a:latin typeface="Arial" panose="020B0604020202020204" pitchFamily="34" charset="0"/>
                <a:ea typeface="Yu Gothic UI Semibold" panose="020B0700000000000000" pitchFamily="34" charset="-128"/>
              </a:rPr>
              <a:t>パスワード</a:t>
            </a:r>
            <a:r>
              <a:rPr lang="vi-VN" sz="3200" kern="0" dirty="0">
                <a:latin typeface="Arial" panose="020B0604020202020204" pitchFamily="34" charset="0"/>
                <a:ea typeface="Yu Gothic UI Semibold" panose="020B0700000000000000" pitchFamily="34" charset="-128"/>
              </a:rPr>
              <a:t>: 1</a:t>
            </a:r>
          </a:p>
        </p:txBody>
      </p:sp>
      <p:cxnSp>
        <p:nvCxnSpPr>
          <p:cNvPr id="13" name="Đường nối Thẳng 12">
            <a:extLst>
              <a:ext uri="{FF2B5EF4-FFF2-40B4-BE49-F238E27FC236}">
                <a16:creationId xmlns:a16="http://schemas.microsoft.com/office/drawing/2014/main" id="{EC1D3053-1663-E19C-B1D3-DD49E29DA5A8}"/>
              </a:ext>
            </a:extLst>
          </p:cNvPr>
          <p:cNvCxnSpPr>
            <a:cxnSpLocks/>
          </p:cNvCxnSpPr>
          <p:nvPr/>
        </p:nvCxnSpPr>
        <p:spPr>
          <a:xfrm>
            <a:off x="0" y="4433714"/>
            <a:ext cx="12192000" cy="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92396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Rectangle 3"/>
          <p:cNvSpPr/>
          <p:nvPr/>
        </p:nvSpPr>
        <p:spPr>
          <a:xfrm>
            <a:off x="265913" y="566057"/>
            <a:ext cx="6938051" cy="5805714"/>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765280" y="1119085"/>
            <a:ext cx="3367314" cy="1217541"/>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4000" b="1" kern="0" spc="300" dirty="0">
                <a:effectLst>
                  <a:outerShdw blurRad="38100" dist="38100" dir="2700000" algn="tl">
                    <a:srgbClr val="000000">
                      <a:alpha val="43137"/>
                    </a:srgbClr>
                  </a:outerShdw>
                </a:effectLst>
                <a:latin typeface=".VnCourier New" panose="02027200000000000000" pitchFamily="18" charset="0"/>
                <a:cs typeface="Courier New" panose="02070309020205020404" pitchFamily="49" charset="0"/>
              </a:rPr>
              <a:t>NỘI DUNG</a:t>
            </a:r>
          </a:p>
        </p:txBody>
      </p:sp>
      <p:sp>
        <p:nvSpPr>
          <p:cNvPr id="5" name="Rectangle 4"/>
          <p:cNvSpPr/>
          <p:nvPr/>
        </p:nvSpPr>
        <p:spPr>
          <a:xfrm>
            <a:off x="4631961" y="791028"/>
            <a:ext cx="7356838" cy="5355772"/>
          </a:xfrm>
          <a:prstGeom prst="rect">
            <a:avLst/>
          </a:prstGeom>
          <a:solidFill>
            <a:srgbClr val="E8E5E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200000"/>
              </a:lnSpc>
            </a:pPr>
            <a:r>
              <a:rPr lang="en-US" sz="36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1</a:t>
            </a:r>
            <a:r>
              <a:rPr lang="en-US" sz="24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Giới</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thiệu</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sản</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phẩm</a:t>
            </a:r>
            <a:r>
              <a:rPr lang="en-US" sz="24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a:lnSpc>
                <a:spcPct val="200000"/>
              </a:lnSpc>
            </a:pPr>
            <a:r>
              <a:rPr lang="en-US" sz="36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2</a:t>
            </a:r>
            <a:r>
              <a:rPr lang="en-US" sz="24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Phn</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tích</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thiết</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kế</a:t>
            </a:r>
            <a:endParaRPr lang="en-US" sz="24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200000"/>
              </a:lnSpc>
            </a:pPr>
            <a:r>
              <a:rPr lang="en-US" sz="36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3</a:t>
            </a:r>
            <a:r>
              <a:rPr lang="en-US" sz="24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Công</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nghệ</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và</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thuật</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toán</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sử</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dụng</a:t>
            </a:r>
            <a:endParaRPr lang="en-US" sz="24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200000"/>
              </a:lnSpc>
            </a:pPr>
            <a:r>
              <a:rPr lang="en-US" sz="36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4</a:t>
            </a:r>
            <a:r>
              <a:rPr lang="en-US" sz="24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Demo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sản</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phẩm</a:t>
            </a:r>
            <a:endParaRPr lang="en-US" sz="28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US" sz="24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Rectangle 5"/>
          <p:cNvSpPr/>
          <p:nvPr/>
        </p:nvSpPr>
        <p:spPr>
          <a:xfrm>
            <a:off x="391886" y="319314"/>
            <a:ext cx="522514" cy="595086"/>
          </a:xfrm>
          <a:prstGeom prst="rect">
            <a:avLst/>
          </a:prstGeom>
          <a:solidFill>
            <a:srgbClr val="E8E5E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3F80ADEA-6135-4B12-A96A-88AEEB0A9E02}"/>
              </a:ext>
            </a:extLst>
          </p:cNvPr>
          <p:cNvSpPr>
            <a:spLocks noGrp="1"/>
          </p:cNvSpPr>
          <p:nvPr>
            <p:ph type="sldNum" sz="quarter" idx="12"/>
          </p:nvPr>
        </p:nvSpPr>
        <p:spPr/>
        <p:txBody>
          <a:bodyPr/>
          <a:lstStyle/>
          <a:p>
            <a:fld id="{E9AE0C10-0EF1-C246-872D-CC0E704EB9A9}" type="slidenum">
              <a:rPr lang="en-VN" smtClean="0"/>
              <a:t>9</a:t>
            </a:fld>
            <a:endParaRPr lang="en-VN"/>
          </a:p>
        </p:txBody>
      </p:sp>
      <p:pic>
        <p:nvPicPr>
          <p:cNvPr id="9" name="Hình ảnh 8">
            <a:extLst>
              <a:ext uri="{FF2B5EF4-FFF2-40B4-BE49-F238E27FC236}">
                <a16:creationId xmlns:a16="http://schemas.microsoft.com/office/drawing/2014/main" id="{74D6CDFA-A1D1-887E-3A67-D11A247695C8}"/>
              </a:ext>
            </a:extLst>
          </p:cNvPr>
          <p:cNvPicPr>
            <a:picLocks noChangeAspect="1"/>
          </p:cNvPicPr>
          <p:nvPr/>
        </p:nvPicPr>
        <p:blipFill>
          <a:blip r:embed="rId2"/>
          <a:stretch>
            <a:fillRect/>
          </a:stretch>
        </p:blipFill>
        <p:spPr>
          <a:xfrm>
            <a:off x="334387" y="2310781"/>
            <a:ext cx="4229100" cy="3428134"/>
          </a:xfrm>
          <a:prstGeom prst="rect">
            <a:avLst/>
          </a:prstGeom>
        </p:spPr>
      </p:pic>
    </p:spTree>
    <p:extLst>
      <p:ext uri="{BB962C8B-B14F-4D97-AF65-F5344CB8AC3E}">
        <p14:creationId xmlns:p14="http://schemas.microsoft.com/office/powerpoint/2010/main" val="1292356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2B29CF-C549-E64C-B9A1-BEB338493485}"/>
              </a:ext>
            </a:extLst>
          </p:cNvPr>
          <p:cNvSpPr/>
          <p:nvPr/>
        </p:nvSpPr>
        <p:spPr>
          <a:xfrm>
            <a:off x="167054" y="132975"/>
            <a:ext cx="8159261" cy="889856"/>
          </a:xfrm>
          <a:prstGeom prst="rect">
            <a:avLst/>
          </a:prstGeom>
          <a:noFill/>
          <a:ln w="12700" cap="flat" cmpd="sng" algn="ctr">
            <a:noFill/>
            <a:prstDash val="solid"/>
            <a:miter lim="800000"/>
          </a:ln>
          <a:effectLst>
            <a:outerShdw blurRad="50800" dist="50800" dir="5400000" algn="ctr" rotWithShape="0">
              <a:srgbClr val="000000">
                <a:alpha val="8000"/>
              </a:srgbClr>
            </a:outerShdw>
          </a:effectLst>
        </p:spPr>
        <p:txBody>
          <a:bodyPr rtlCol="0" anchor="ctr"/>
          <a:lstStyle/>
          <a:p>
            <a:pPr algn="ctr">
              <a:defRPr/>
            </a:pPr>
            <a:r>
              <a:rPr lang="en-US" sz="3600" b="1" kern="0" spc="300" dirty="0">
                <a:solidFill>
                  <a:srgbClr val="E7E6E6">
                    <a:lumMod val="10000"/>
                  </a:srgbClr>
                </a:solidFill>
                <a:effectLst>
                  <a:outerShdw blurRad="38100" dist="38100" dir="2700000" algn="tl">
                    <a:srgbClr val="000000">
                      <a:alpha val="43137"/>
                    </a:srgbClr>
                  </a:outerShdw>
                </a:effectLst>
                <a:latin typeface=".VnCourier New" panose="02027200000000000000" pitchFamily="18" charset="0"/>
                <a:cs typeface="Courier New" panose="02070309020205020404" pitchFamily="49" charset="0"/>
              </a:rPr>
              <a:t>2.</a:t>
            </a:r>
            <a:r>
              <a:rPr lang="en-US" sz="3600" b="1" kern="0" spc="300" dirty="0">
                <a:solidFill>
                  <a:srgbClr val="E7E6E6">
                    <a:lumMod val="10000"/>
                  </a:srgb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PHÂN TÍCH USECASE</a:t>
            </a:r>
          </a:p>
        </p:txBody>
      </p:sp>
      <p:pic>
        <p:nvPicPr>
          <p:cNvPr id="10" name="Picture 9">
            <a:extLst>
              <a:ext uri="{FF2B5EF4-FFF2-40B4-BE49-F238E27FC236}">
                <a16:creationId xmlns:a16="http://schemas.microsoft.com/office/drawing/2014/main" id="{D713282F-0D18-E04A-B05C-FAF0D967FA12}"/>
              </a:ext>
            </a:extLst>
          </p:cNvPr>
          <p:cNvPicPr>
            <a:picLocks noChangeAspect="1"/>
          </p:cNvPicPr>
          <p:nvPr/>
        </p:nvPicPr>
        <p:blipFill>
          <a:blip r:embed="rId2"/>
          <a:stretch>
            <a:fillRect/>
          </a:stretch>
        </p:blipFill>
        <p:spPr>
          <a:xfrm>
            <a:off x="3237887" y="975334"/>
            <a:ext cx="5759689" cy="5497222"/>
          </a:xfrm>
          <a:prstGeom prst="rect">
            <a:avLst/>
          </a:prstGeom>
        </p:spPr>
      </p:pic>
      <p:sp>
        <p:nvSpPr>
          <p:cNvPr id="11" name="TextBox 10">
            <a:extLst>
              <a:ext uri="{FF2B5EF4-FFF2-40B4-BE49-F238E27FC236}">
                <a16:creationId xmlns:a16="http://schemas.microsoft.com/office/drawing/2014/main" id="{460F6268-D289-3143-B67A-401516FDDF16}"/>
              </a:ext>
            </a:extLst>
          </p:cNvPr>
          <p:cNvSpPr txBox="1"/>
          <p:nvPr/>
        </p:nvSpPr>
        <p:spPr>
          <a:xfrm>
            <a:off x="882370" y="6102859"/>
            <a:ext cx="2355517" cy="369332"/>
          </a:xfrm>
          <a:prstGeom prst="rect">
            <a:avLst/>
          </a:prstGeom>
          <a:noFill/>
        </p:spPr>
        <p:txBody>
          <a:bodyPr wrap="none" rtlCol="0">
            <a:spAutoFit/>
          </a:bodyPr>
          <a:lstStyle/>
          <a:p>
            <a:r>
              <a:rPr lang="en-VN" b="1" dirty="0"/>
              <a:t>USE CASE TỔNG QUAN</a:t>
            </a:r>
          </a:p>
        </p:txBody>
      </p:sp>
      <p:sp>
        <p:nvSpPr>
          <p:cNvPr id="3" name="Slide Number Placeholder 2">
            <a:extLst>
              <a:ext uri="{FF2B5EF4-FFF2-40B4-BE49-F238E27FC236}">
                <a16:creationId xmlns:a16="http://schemas.microsoft.com/office/drawing/2014/main" id="{447CDB93-8808-4AB6-94B6-A96D36C00B0E}"/>
              </a:ext>
            </a:extLst>
          </p:cNvPr>
          <p:cNvSpPr>
            <a:spLocks noGrp="1"/>
          </p:cNvSpPr>
          <p:nvPr>
            <p:ph type="sldNum" sz="quarter" idx="12"/>
          </p:nvPr>
        </p:nvSpPr>
        <p:spPr/>
        <p:txBody>
          <a:bodyPr/>
          <a:lstStyle/>
          <a:p>
            <a:fld id="{E9AE0C10-0EF1-C246-872D-CC0E704EB9A9}" type="slidenum">
              <a:rPr lang="en-VN" smtClean="0"/>
              <a:t>10</a:t>
            </a:fld>
            <a:endParaRPr lang="en-VN"/>
          </a:p>
        </p:txBody>
      </p:sp>
    </p:spTree>
    <p:extLst>
      <p:ext uri="{BB962C8B-B14F-4D97-AF65-F5344CB8AC3E}">
        <p14:creationId xmlns:p14="http://schemas.microsoft.com/office/powerpoint/2010/main" val="3349522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F24D2AC-18FA-5241-92EC-38304E3F95FE}"/>
              </a:ext>
            </a:extLst>
          </p:cNvPr>
          <p:cNvSpPr txBox="1"/>
          <p:nvPr/>
        </p:nvSpPr>
        <p:spPr>
          <a:xfrm>
            <a:off x="1378564" y="6048186"/>
            <a:ext cx="1990417" cy="369332"/>
          </a:xfrm>
          <a:prstGeom prst="rect">
            <a:avLst/>
          </a:prstGeom>
          <a:noFill/>
        </p:spPr>
        <p:txBody>
          <a:bodyPr wrap="none" rtlCol="0">
            <a:spAutoFit/>
          </a:bodyPr>
          <a:lstStyle/>
          <a:p>
            <a:r>
              <a:rPr lang="en-VN" b="1" dirty="0"/>
              <a:t>USE CASE QUẢN LÝ</a:t>
            </a:r>
          </a:p>
        </p:txBody>
      </p:sp>
      <p:sp>
        <p:nvSpPr>
          <p:cNvPr id="8" name="Rectangle 7">
            <a:extLst>
              <a:ext uri="{FF2B5EF4-FFF2-40B4-BE49-F238E27FC236}">
                <a16:creationId xmlns:a16="http://schemas.microsoft.com/office/drawing/2014/main" id="{DC39FB75-17C0-E64B-A8E8-EA388AED9957}"/>
              </a:ext>
            </a:extLst>
          </p:cNvPr>
          <p:cNvSpPr/>
          <p:nvPr/>
        </p:nvSpPr>
        <p:spPr>
          <a:xfrm>
            <a:off x="210145" y="132975"/>
            <a:ext cx="5685830" cy="889856"/>
          </a:xfrm>
          <a:prstGeom prst="rect">
            <a:avLst/>
          </a:prstGeom>
          <a:noFill/>
          <a:ln w="12700" cap="flat" cmpd="sng" algn="ctr">
            <a:noFill/>
            <a:prstDash val="solid"/>
            <a:miter lim="800000"/>
          </a:ln>
          <a:effectLst>
            <a:outerShdw blurRad="50800" dist="50800" dir="5400000" algn="ctr" rotWithShape="0">
              <a:srgbClr val="000000">
                <a:alpha val="8000"/>
              </a:srgbClr>
            </a:outerShdw>
          </a:effectLst>
        </p:spPr>
        <p:txBody>
          <a:bodyPr rtlCol="0" anchor="ctr"/>
          <a:lstStyle/>
          <a:p>
            <a:pPr algn="ctr">
              <a:defRPr/>
            </a:pPr>
            <a:r>
              <a:rPr lang="en-US" sz="3200" b="1" kern="0" spc="300" dirty="0">
                <a:solidFill>
                  <a:srgbClr val="E7E6E6">
                    <a:lumMod val="10000"/>
                  </a:srgb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PHÂN TÍCH USECASE</a:t>
            </a:r>
          </a:p>
        </p:txBody>
      </p:sp>
      <p:sp>
        <p:nvSpPr>
          <p:cNvPr id="3" name="Slide Number Placeholder 2">
            <a:extLst>
              <a:ext uri="{FF2B5EF4-FFF2-40B4-BE49-F238E27FC236}">
                <a16:creationId xmlns:a16="http://schemas.microsoft.com/office/drawing/2014/main" id="{C9BAA714-B4BF-4263-A114-E3114BABCD8B}"/>
              </a:ext>
            </a:extLst>
          </p:cNvPr>
          <p:cNvSpPr>
            <a:spLocks noGrp="1"/>
          </p:cNvSpPr>
          <p:nvPr>
            <p:ph type="sldNum" sz="quarter" idx="12"/>
          </p:nvPr>
        </p:nvSpPr>
        <p:spPr/>
        <p:txBody>
          <a:bodyPr/>
          <a:lstStyle/>
          <a:p>
            <a:fld id="{E9AE0C10-0EF1-C246-872D-CC0E704EB9A9}" type="slidenum">
              <a:rPr lang="en-VN" smtClean="0"/>
              <a:t>11</a:t>
            </a:fld>
            <a:endParaRPr lang="en-VN"/>
          </a:p>
        </p:txBody>
      </p:sp>
      <p:pic>
        <p:nvPicPr>
          <p:cNvPr id="5" name="Picture 4">
            <a:extLst>
              <a:ext uri="{FF2B5EF4-FFF2-40B4-BE49-F238E27FC236}">
                <a16:creationId xmlns:a16="http://schemas.microsoft.com/office/drawing/2014/main" id="{FE10A62C-4073-7A4F-84FC-2658CD225496}"/>
              </a:ext>
            </a:extLst>
          </p:cNvPr>
          <p:cNvPicPr>
            <a:picLocks noChangeAspect="1"/>
          </p:cNvPicPr>
          <p:nvPr/>
        </p:nvPicPr>
        <p:blipFill>
          <a:blip r:embed="rId2"/>
          <a:stretch>
            <a:fillRect/>
          </a:stretch>
        </p:blipFill>
        <p:spPr>
          <a:xfrm>
            <a:off x="3743325" y="949140"/>
            <a:ext cx="4705349" cy="5468378"/>
          </a:xfrm>
          <a:prstGeom prst="rect">
            <a:avLst/>
          </a:prstGeom>
        </p:spPr>
      </p:pic>
    </p:spTree>
    <p:extLst>
      <p:ext uri="{BB962C8B-B14F-4D97-AF65-F5344CB8AC3E}">
        <p14:creationId xmlns:p14="http://schemas.microsoft.com/office/powerpoint/2010/main" val="3847054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2B29CF-C549-E64C-B9A1-BEB338493485}"/>
              </a:ext>
            </a:extLst>
          </p:cNvPr>
          <p:cNvSpPr/>
          <p:nvPr/>
        </p:nvSpPr>
        <p:spPr>
          <a:xfrm>
            <a:off x="269915" y="220407"/>
            <a:ext cx="2461701" cy="1998918"/>
          </a:xfrm>
          <a:prstGeom prst="rect">
            <a:avLst/>
          </a:prstGeom>
          <a:noFill/>
          <a:ln w="12700" cap="flat" cmpd="sng" algn="ctr">
            <a:noFill/>
            <a:prstDash val="solid"/>
            <a:miter lim="800000"/>
          </a:ln>
          <a:effectLst>
            <a:outerShdw blurRad="50800" dist="50800" dir="5400000" algn="ctr" rotWithShape="0">
              <a:srgbClr val="000000">
                <a:alpha val="8000"/>
              </a:srgbClr>
            </a:outerShdw>
          </a:effectLst>
        </p:spPr>
        <p:txBody>
          <a:bodyPr rtlCol="0" anchor="ctr"/>
          <a:lstStyle/>
          <a:p>
            <a:pPr>
              <a:defRPr/>
            </a:pPr>
            <a:r>
              <a:rPr lang="en-US" sz="3200" b="1" kern="0" spc="300" dirty="0">
                <a:solidFill>
                  <a:srgbClr val="E7E6E6">
                    <a:lumMod val="10000"/>
                  </a:srgb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BIỂU ĐỒ LỚP</a:t>
            </a:r>
          </a:p>
        </p:txBody>
      </p:sp>
      <p:sp>
        <p:nvSpPr>
          <p:cNvPr id="7" name="TextBox 6">
            <a:extLst>
              <a:ext uri="{FF2B5EF4-FFF2-40B4-BE49-F238E27FC236}">
                <a16:creationId xmlns:a16="http://schemas.microsoft.com/office/drawing/2014/main" id="{8111DE63-D119-354C-911A-6F4017EAA75F}"/>
              </a:ext>
            </a:extLst>
          </p:cNvPr>
          <p:cNvSpPr txBox="1"/>
          <p:nvPr/>
        </p:nvSpPr>
        <p:spPr>
          <a:xfrm>
            <a:off x="269916" y="2193244"/>
            <a:ext cx="1779654" cy="646331"/>
          </a:xfrm>
          <a:prstGeom prst="rect">
            <a:avLst/>
          </a:prstGeom>
          <a:noFill/>
        </p:spPr>
        <p:txBody>
          <a:bodyPr wrap="none" rtlCol="0">
            <a:spAutoFit/>
          </a:bodyPr>
          <a:lstStyle/>
          <a:p>
            <a:r>
              <a:rPr lang="en-VN" b="1" dirty="0"/>
              <a:t>CLASS DIAGRAM</a:t>
            </a:r>
          </a:p>
          <a:p>
            <a:r>
              <a:rPr lang="en-VN" b="1" dirty="0"/>
              <a:t>TỔNG QUAN</a:t>
            </a:r>
          </a:p>
        </p:txBody>
      </p:sp>
      <p:sp>
        <p:nvSpPr>
          <p:cNvPr id="3" name="Slide Number Placeholder 2">
            <a:extLst>
              <a:ext uri="{FF2B5EF4-FFF2-40B4-BE49-F238E27FC236}">
                <a16:creationId xmlns:a16="http://schemas.microsoft.com/office/drawing/2014/main" id="{686A55E5-3B95-40B1-A0E9-504BC6DF9973}"/>
              </a:ext>
            </a:extLst>
          </p:cNvPr>
          <p:cNvSpPr>
            <a:spLocks noGrp="1"/>
          </p:cNvSpPr>
          <p:nvPr>
            <p:ph type="sldNum" sz="quarter" idx="12"/>
          </p:nvPr>
        </p:nvSpPr>
        <p:spPr/>
        <p:txBody>
          <a:bodyPr/>
          <a:lstStyle/>
          <a:p>
            <a:fld id="{E9AE0C10-0EF1-C246-872D-CC0E704EB9A9}" type="slidenum">
              <a:rPr lang="en-VN" smtClean="0"/>
              <a:t>12</a:t>
            </a:fld>
            <a:endParaRPr lang="en-VN"/>
          </a:p>
        </p:txBody>
      </p:sp>
      <p:pic>
        <p:nvPicPr>
          <p:cNvPr id="5" name="Hình ảnh 4">
            <a:extLst>
              <a:ext uri="{FF2B5EF4-FFF2-40B4-BE49-F238E27FC236}">
                <a16:creationId xmlns:a16="http://schemas.microsoft.com/office/drawing/2014/main" id="{0944DDA8-43AC-8F53-379B-1049CE369BA5}"/>
              </a:ext>
            </a:extLst>
          </p:cNvPr>
          <p:cNvPicPr>
            <a:picLocks noChangeAspect="1"/>
          </p:cNvPicPr>
          <p:nvPr/>
        </p:nvPicPr>
        <p:blipFill>
          <a:blip r:embed="rId2"/>
          <a:stretch>
            <a:fillRect/>
          </a:stretch>
        </p:blipFill>
        <p:spPr>
          <a:xfrm>
            <a:off x="2945196" y="285187"/>
            <a:ext cx="7805327" cy="6287625"/>
          </a:xfrm>
          <a:prstGeom prst="rect">
            <a:avLst/>
          </a:prstGeom>
        </p:spPr>
      </p:pic>
    </p:spTree>
    <p:extLst>
      <p:ext uri="{BB962C8B-B14F-4D97-AF65-F5344CB8AC3E}">
        <p14:creationId xmlns:p14="http://schemas.microsoft.com/office/powerpoint/2010/main" val="1431524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E5E4"/>
        </a:solidFill>
        <a:effectLst/>
      </p:bgPr>
    </p:bg>
    <p:spTree>
      <p:nvGrpSpPr>
        <p:cNvPr id="1" name=""/>
        <p:cNvGrpSpPr/>
        <p:nvPr/>
      </p:nvGrpSpPr>
      <p:grpSpPr>
        <a:xfrm>
          <a:off x="0" y="0"/>
          <a:ext cx="0" cy="0"/>
          <a:chOff x="0" y="0"/>
          <a:chExt cx="0" cy="0"/>
        </a:xfrm>
      </p:grpSpPr>
      <p:sp>
        <p:nvSpPr>
          <p:cNvPr id="17" name="Hình chữ nhật 16">
            <a:extLst>
              <a:ext uri="{FF2B5EF4-FFF2-40B4-BE49-F238E27FC236}">
                <a16:creationId xmlns:a16="http://schemas.microsoft.com/office/drawing/2014/main" id="{7E273A00-85BA-4441-BC05-6EA697AEC842}"/>
              </a:ext>
            </a:extLst>
          </p:cNvPr>
          <p:cNvSpPr/>
          <p:nvPr/>
        </p:nvSpPr>
        <p:spPr>
          <a:xfrm>
            <a:off x="0" y="0"/>
            <a:ext cx="132488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16" name="Hình ảnh 15">
            <a:extLst>
              <a:ext uri="{FF2B5EF4-FFF2-40B4-BE49-F238E27FC236}">
                <a16:creationId xmlns:a16="http://schemas.microsoft.com/office/drawing/2014/main" id="{2C25B696-6279-0735-C307-F710A60D4AE6}"/>
              </a:ext>
            </a:extLst>
          </p:cNvPr>
          <p:cNvPicPr>
            <a:picLocks noChangeAspect="1"/>
          </p:cNvPicPr>
          <p:nvPr/>
        </p:nvPicPr>
        <p:blipFill>
          <a:blip r:embed="rId3"/>
          <a:stretch>
            <a:fillRect/>
          </a:stretch>
        </p:blipFill>
        <p:spPr>
          <a:xfrm>
            <a:off x="1219200" y="3170"/>
            <a:ext cx="10972800" cy="6858000"/>
          </a:xfrm>
          <a:prstGeom prst="rect">
            <a:avLst/>
          </a:prstGeom>
        </p:spPr>
      </p:pic>
      <p:sp>
        <p:nvSpPr>
          <p:cNvPr id="48" name="Rectangle 47"/>
          <p:cNvSpPr/>
          <p:nvPr/>
        </p:nvSpPr>
        <p:spPr>
          <a:xfrm>
            <a:off x="0" y="3170"/>
            <a:ext cx="7852229"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40917" y="320465"/>
            <a:ext cx="5830854" cy="6440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3200" b="1" dirty="0">
              <a:solidFill>
                <a:schemeClr val="bg2">
                  <a:lumMod val="1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9" name="Rectangle 8"/>
          <p:cNvSpPr/>
          <p:nvPr/>
        </p:nvSpPr>
        <p:spPr>
          <a:xfrm>
            <a:off x="1565081" y="1593978"/>
            <a:ext cx="5425658" cy="644023"/>
          </a:xfrm>
          <a:prstGeom prst="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r>
              <a:rPr lang="vi-VN" dirty="0"/>
              <a:t>IDE Apache Netbeans, Công nghệ Swing </a:t>
            </a:r>
          </a:p>
        </p:txBody>
      </p:sp>
      <p:sp>
        <p:nvSpPr>
          <p:cNvPr id="10" name="Oval 9"/>
          <p:cNvSpPr/>
          <p:nvPr/>
        </p:nvSpPr>
        <p:spPr>
          <a:xfrm>
            <a:off x="867863" y="3719477"/>
            <a:ext cx="609600" cy="638629"/>
          </a:xfrm>
          <a:prstGeom prst="ellipse">
            <a:avLst/>
          </a:prstGeom>
          <a:solidFill>
            <a:srgbClr val="E8E5E4"/>
          </a:solidFill>
          <a:ln>
            <a:solidFill>
              <a:srgbClr val="4F2409"/>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12" name="Rectangle 11"/>
          <p:cNvSpPr/>
          <p:nvPr/>
        </p:nvSpPr>
        <p:spPr>
          <a:xfrm>
            <a:off x="1638119" y="3606387"/>
            <a:ext cx="3846285" cy="81280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endParaRPr lang="en-US" sz="2000" dirty="0"/>
          </a:p>
        </p:txBody>
      </p:sp>
      <p:sp>
        <p:nvSpPr>
          <p:cNvPr id="13" name="Oval 12"/>
          <p:cNvSpPr/>
          <p:nvPr/>
        </p:nvSpPr>
        <p:spPr>
          <a:xfrm>
            <a:off x="839278" y="2624983"/>
            <a:ext cx="609600" cy="638629"/>
          </a:xfrm>
          <a:prstGeom prst="ellipse">
            <a:avLst/>
          </a:prstGeom>
          <a:solidFill>
            <a:srgbClr val="E8E5E4"/>
          </a:solidFill>
          <a:ln>
            <a:solidFill>
              <a:srgbClr val="4F2409"/>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15" name="Rectangle 14"/>
          <p:cNvSpPr/>
          <p:nvPr/>
        </p:nvSpPr>
        <p:spPr>
          <a:xfrm>
            <a:off x="1467444" y="2514980"/>
            <a:ext cx="5433034" cy="81280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r>
              <a:rPr lang="vi-VN" dirty="0"/>
              <a:t>MySQL với công cụ quản trị dữ liệu phpMyAdmin</a:t>
            </a:r>
            <a:r>
              <a:rPr lang="en-VN" sz="2000" dirty="0"/>
              <a:t> </a:t>
            </a:r>
            <a:endParaRPr lang="en-US" sz="2000" b="1" dirty="0"/>
          </a:p>
        </p:txBody>
      </p:sp>
      <p:sp>
        <p:nvSpPr>
          <p:cNvPr id="19" name="Oval 18"/>
          <p:cNvSpPr/>
          <p:nvPr/>
        </p:nvSpPr>
        <p:spPr>
          <a:xfrm>
            <a:off x="857844" y="1611989"/>
            <a:ext cx="609600" cy="638629"/>
          </a:xfrm>
          <a:prstGeom prst="ellipse">
            <a:avLst/>
          </a:prstGeom>
          <a:solidFill>
            <a:srgbClr val="E8E5E4"/>
          </a:solidFill>
          <a:ln>
            <a:solidFill>
              <a:srgbClr val="4F2409"/>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21" name="Rectangle 20"/>
          <p:cNvSpPr/>
          <p:nvPr/>
        </p:nvSpPr>
        <p:spPr>
          <a:xfrm>
            <a:off x="1570228" y="1510470"/>
            <a:ext cx="3333242" cy="81280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endParaRPr lang="en-US" sz="2000" b="1" dirty="0"/>
          </a:p>
        </p:txBody>
      </p:sp>
      <p:sp>
        <p:nvSpPr>
          <p:cNvPr id="22" name="Round Same Side Corner Rectangle 6">
            <a:extLst>
              <a:ext uri="{FF2B5EF4-FFF2-40B4-BE49-F238E27FC236}">
                <a16:creationId xmlns:a16="http://schemas.microsoft.com/office/drawing/2014/main" id="{50249BFC-DAB1-4F7B-8E1E-906F4332CD6A}"/>
              </a:ext>
            </a:extLst>
          </p:cNvPr>
          <p:cNvSpPr/>
          <p:nvPr/>
        </p:nvSpPr>
        <p:spPr>
          <a:xfrm rot="2700000">
            <a:off x="1130555" y="2748309"/>
            <a:ext cx="67645" cy="386349"/>
          </a:xfrm>
          <a:custGeom>
            <a:avLst/>
            <a:gdLst/>
            <a:ahLst/>
            <a:cxnLst/>
            <a:rect l="l" t="t" r="r" b="b"/>
            <a:pathLst>
              <a:path w="1035916" h="4153123">
                <a:moveTo>
                  <a:pt x="277501" y="3759099"/>
                </a:moveTo>
                <a:lnTo>
                  <a:pt x="758408" y="3759099"/>
                </a:lnTo>
                <a:lnTo>
                  <a:pt x="517954" y="4153123"/>
                </a:lnTo>
                <a:close/>
                <a:moveTo>
                  <a:pt x="42612" y="2944898"/>
                </a:moveTo>
                <a:cubicBezTo>
                  <a:pt x="153922" y="2941505"/>
                  <a:pt x="246502" y="2889483"/>
                  <a:pt x="275675" y="2819018"/>
                </a:cubicBezTo>
                <a:cubicBezTo>
                  <a:pt x="304648" y="2892614"/>
                  <a:pt x="403763" y="2945872"/>
                  <a:pt x="521107" y="2945872"/>
                </a:cubicBezTo>
                <a:cubicBezTo>
                  <a:pt x="638453" y="2945872"/>
                  <a:pt x="737567" y="2892613"/>
                  <a:pt x="766540" y="2819017"/>
                </a:cubicBezTo>
                <a:cubicBezTo>
                  <a:pt x="795133" y="2888142"/>
                  <a:pt x="884783" y="2939514"/>
                  <a:pt x="993299" y="2944464"/>
                </a:cubicBezTo>
                <a:lnTo>
                  <a:pt x="776840" y="3657264"/>
                </a:lnTo>
                <a:lnTo>
                  <a:pt x="258940" y="3657264"/>
                </a:lnTo>
                <a:close/>
                <a:moveTo>
                  <a:pt x="809102" y="564558"/>
                </a:moveTo>
                <a:lnTo>
                  <a:pt x="1035914" y="564558"/>
                </a:lnTo>
                <a:lnTo>
                  <a:pt x="1035915" y="2838682"/>
                </a:lnTo>
                <a:cubicBezTo>
                  <a:pt x="1029586" y="2840409"/>
                  <a:pt x="1023074" y="2840731"/>
                  <a:pt x="1016490" y="2840731"/>
                </a:cubicBezTo>
                <a:cubicBezTo>
                  <a:pt x="901952" y="2840731"/>
                  <a:pt x="809102" y="2743612"/>
                  <a:pt x="809101" y="2623810"/>
                </a:cubicBezTo>
                <a:close/>
                <a:moveTo>
                  <a:pt x="310569" y="564558"/>
                </a:moveTo>
                <a:lnTo>
                  <a:pt x="725347" y="564558"/>
                </a:lnTo>
                <a:lnTo>
                  <a:pt x="725347" y="2633342"/>
                </a:lnTo>
                <a:cubicBezTo>
                  <a:pt x="725347" y="2747880"/>
                  <a:pt x="632496" y="2840731"/>
                  <a:pt x="517958" y="2840731"/>
                </a:cubicBezTo>
                <a:cubicBezTo>
                  <a:pt x="403420" y="2840731"/>
                  <a:pt x="310569" y="2747880"/>
                  <a:pt x="310569" y="2633342"/>
                </a:cubicBezTo>
                <a:close/>
                <a:moveTo>
                  <a:pt x="0" y="564557"/>
                </a:moveTo>
                <a:lnTo>
                  <a:pt x="226813" y="564557"/>
                </a:lnTo>
                <a:lnTo>
                  <a:pt x="226813" y="2623810"/>
                </a:lnTo>
                <a:cubicBezTo>
                  <a:pt x="226813" y="2743612"/>
                  <a:pt x="133962" y="2840731"/>
                  <a:pt x="19424" y="2840730"/>
                </a:cubicBezTo>
                <a:cubicBezTo>
                  <a:pt x="12841" y="2840730"/>
                  <a:pt x="6329" y="2840409"/>
                  <a:pt x="0" y="2838682"/>
                </a:cubicBezTo>
                <a:close/>
                <a:moveTo>
                  <a:pt x="71964" y="71964"/>
                </a:moveTo>
                <a:cubicBezTo>
                  <a:pt x="116427" y="27501"/>
                  <a:pt x="177852" y="0"/>
                  <a:pt x="245701" y="0"/>
                </a:cubicBezTo>
                <a:lnTo>
                  <a:pt x="790215" y="0"/>
                </a:lnTo>
                <a:cubicBezTo>
                  <a:pt x="925912" y="0"/>
                  <a:pt x="1035916" y="110004"/>
                  <a:pt x="1035916" y="245701"/>
                </a:cubicBezTo>
                <a:cubicBezTo>
                  <a:pt x="1035916" y="327601"/>
                  <a:pt x="1035915" y="409501"/>
                  <a:pt x="1035915" y="491401"/>
                </a:cubicBezTo>
                <a:lnTo>
                  <a:pt x="0" y="491401"/>
                </a:lnTo>
                <a:lnTo>
                  <a:pt x="0" y="245701"/>
                </a:lnTo>
                <a:cubicBezTo>
                  <a:pt x="0" y="177853"/>
                  <a:pt x="27501" y="116427"/>
                  <a:pt x="71964" y="71964"/>
                </a:cubicBezTo>
                <a:close/>
              </a:path>
            </a:pathLst>
          </a:custGeom>
          <a:solidFill>
            <a:srgbClr val="E8E5E4"/>
          </a:solidFill>
          <a:ln>
            <a:solidFill>
              <a:srgbClr val="4F240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24" name="Oval 44">
            <a:extLst>
              <a:ext uri="{FF2B5EF4-FFF2-40B4-BE49-F238E27FC236}">
                <a16:creationId xmlns:a16="http://schemas.microsoft.com/office/drawing/2014/main" id="{76730F0A-55ED-4BC7-ACD2-11C5DF5601C0}"/>
              </a:ext>
            </a:extLst>
          </p:cNvPr>
          <p:cNvSpPr>
            <a:spLocks noChangeAspect="1"/>
          </p:cNvSpPr>
          <p:nvPr/>
        </p:nvSpPr>
        <p:spPr>
          <a:xfrm>
            <a:off x="1091340" y="1772962"/>
            <a:ext cx="240245" cy="286057"/>
          </a:xfrm>
          <a:custGeom>
            <a:avLst/>
            <a:gdLst/>
            <a:ahLst/>
            <a:cxnLst/>
            <a:rect l="l" t="t" r="r" b="b"/>
            <a:pathLst>
              <a:path w="2721114" h="3240000">
                <a:moveTo>
                  <a:pt x="2519839" y="2469622"/>
                </a:moveTo>
                <a:lnTo>
                  <a:pt x="2201779" y="2787682"/>
                </a:lnTo>
                <a:lnTo>
                  <a:pt x="2003023" y="2588926"/>
                </a:lnTo>
                <a:lnTo>
                  <a:pt x="1901669" y="2690281"/>
                </a:lnTo>
                <a:lnTo>
                  <a:pt x="2203868" y="2992480"/>
                </a:lnTo>
                <a:lnTo>
                  <a:pt x="2305222" y="2891125"/>
                </a:lnTo>
                <a:lnTo>
                  <a:pt x="2303133" y="2889037"/>
                </a:lnTo>
                <a:lnTo>
                  <a:pt x="2621194" y="2570977"/>
                </a:lnTo>
                <a:close/>
                <a:moveTo>
                  <a:pt x="2263914" y="2238970"/>
                </a:moveTo>
                <a:cubicBezTo>
                  <a:pt x="2516419" y="2238970"/>
                  <a:pt x="2721114" y="2443665"/>
                  <a:pt x="2721114" y="2696170"/>
                </a:cubicBezTo>
                <a:cubicBezTo>
                  <a:pt x="2721114" y="2948675"/>
                  <a:pt x="2516419" y="3153370"/>
                  <a:pt x="2263914" y="3153370"/>
                </a:cubicBezTo>
                <a:cubicBezTo>
                  <a:pt x="2011409" y="3153370"/>
                  <a:pt x="1806714" y="2948675"/>
                  <a:pt x="1806714" y="2696170"/>
                </a:cubicBezTo>
                <a:cubicBezTo>
                  <a:pt x="1806714" y="2443665"/>
                  <a:pt x="2011409" y="2238970"/>
                  <a:pt x="2263914" y="2238970"/>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rgbClr val="E8E5E4"/>
          </a:solidFill>
          <a:ln>
            <a:solidFill>
              <a:srgbClr val="4F240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27" name="Rectangle 26"/>
          <p:cNvSpPr/>
          <p:nvPr/>
        </p:nvSpPr>
        <p:spPr>
          <a:xfrm>
            <a:off x="1638412" y="4962341"/>
            <a:ext cx="3846285" cy="81280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endParaRPr lang="en-US" sz="2000" dirty="0"/>
          </a:p>
        </p:txBody>
      </p:sp>
      <p:sp>
        <p:nvSpPr>
          <p:cNvPr id="26" name="Rectangle 25">
            <a:extLst>
              <a:ext uri="{FF2B5EF4-FFF2-40B4-BE49-F238E27FC236}">
                <a16:creationId xmlns:a16="http://schemas.microsoft.com/office/drawing/2014/main" id="{6698B4DE-2BEA-924B-8318-41F5E7CE4393}"/>
              </a:ext>
            </a:extLst>
          </p:cNvPr>
          <p:cNvSpPr/>
          <p:nvPr/>
        </p:nvSpPr>
        <p:spPr>
          <a:xfrm>
            <a:off x="269915" y="220407"/>
            <a:ext cx="5065303" cy="889856"/>
          </a:xfrm>
          <a:prstGeom prst="rect">
            <a:avLst/>
          </a:prstGeom>
          <a:noFill/>
          <a:ln w="12700" cap="flat" cmpd="sng" algn="ctr">
            <a:noFill/>
            <a:prstDash val="solid"/>
            <a:miter lim="800000"/>
          </a:ln>
          <a:effectLst>
            <a:outerShdw blurRad="50800" dist="50800" dir="5400000" algn="ctr" rotWithShape="0">
              <a:srgbClr val="000000">
                <a:alpha val="8000"/>
              </a:srgbClr>
            </a:outerShdw>
          </a:effectLst>
        </p:spPr>
        <p:txBody>
          <a:bodyPr rtlCol="0" anchor="ctr"/>
          <a:lstStyle/>
          <a:p>
            <a:pPr algn="ctr">
              <a:defRPr/>
            </a:pPr>
            <a:r>
              <a:rPr lang="en-US" sz="3200" b="1" kern="0" spc="300" dirty="0">
                <a:solidFill>
                  <a:srgbClr val="E7E6E6">
                    <a:lumMod val="10000"/>
                  </a:srgb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CÔNG CỤ SỬ DỤNG</a:t>
            </a:r>
          </a:p>
        </p:txBody>
      </p:sp>
      <p:sp>
        <p:nvSpPr>
          <p:cNvPr id="20" name="Rectangle 19">
            <a:extLst>
              <a:ext uri="{FF2B5EF4-FFF2-40B4-BE49-F238E27FC236}">
                <a16:creationId xmlns:a16="http://schemas.microsoft.com/office/drawing/2014/main" id="{DD93768B-26B5-4F44-B316-D8E405A5EA02}"/>
              </a:ext>
            </a:extLst>
          </p:cNvPr>
          <p:cNvSpPr/>
          <p:nvPr/>
        </p:nvSpPr>
        <p:spPr>
          <a:xfrm>
            <a:off x="1627468" y="3652401"/>
            <a:ext cx="5433034" cy="81280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r>
              <a:rPr lang="vi-VN" dirty="0"/>
              <a:t>Phần mềm Astah xây dựng UML</a:t>
            </a:r>
            <a:endParaRPr lang="en-US" sz="2000" b="1" dirty="0"/>
          </a:p>
        </p:txBody>
      </p:sp>
      <p:sp>
        <p:nvSpPr>
          <p:cNvPr id="8" name="Freeform 19">
            <a:extLst>
              <a:ext uri="{FF2B5EF4-FFF2-40B4-BE49-F238E27FC236}">
                <a16:creationId xmlns:a16="http://schemas.microsoft.com/office/drawing/2014/main" id="{52F08ECD-8800-42CB-BDEA-E190428D4E46}"/>
              </a:ext>
            </a:extLst>
          </p:cNvPr>
          <p:cNvSpPr/>
          <p:nvPr/>
        </p:nvSpPr>
        <p:spPr>
          <a:xfrm>
            <a:off x="1010217" y="3883978"/>
            <a:ext cx="314672" cy="309626"/>
          </a:xfrm>
          <a:custGeom>
            <a:avLst/>
            <a:gdLst/>
            <a:ahLst/>
            <a:cxnLst/>
            <a:rect l="l" t="t" r="r" b="b"/>
            <a:pathLst>
              <a:path w="3214097" h="3162551">
                <a:moveTo>
                  <a:pt x="1014592" y="2306036"/>
                </a:moveTo>
                <a:cubicBezTo>
                  <a:pt x="854868" y="2306036"/>
                  <a:pt x="725386" y="2435518"/>
                  <a:pt x="725386" y="2595242"/>
                </a:cubicBezTo>
                <a:cubicBezTo>
                  <a:pt x="725386" y="2754966"/>
                  <a:pt x="854868" y="2884448"/>
                  <a:pt x="1014592" y="2884448"/>
                </a:cubicBezTo>
                <a:cubicBezTo>
                  <a:pt x="1174316" y="2884448"/>
                  <a:pt x="1303798" y="2754966"/>
                  <a:pt x="1303798" y="2595242"/>
                </a:cubicBezTo>
                <a:cubicBezTo>
                  <a:pt x="1303798" y="2435518"/>
                  <a:pt x="1174316" y="2306036"/>
                  <a:pt x="1014592" y="2306036"/>
                </a:cubicBezTo>
                <a:close/>
                <a:moveTo>
                  <a:pt x="481275" y="1691816"/>
                </a:moveTo>
                <a:cubicBezTo>
                  <a:pt x="321551" y="1691816"/>
                  <a:pt x="192069" y="1821298"/>
                  <a:pt x="192069" y="1981022"/>
                </a:cubicBezTo>
                <a:cubicBezTo>
                  <a:pt x="192069" y="2140746"/>
                  <a:pt x="321551" y="2270228"/>
                  <a:pt x="481275" y="2270228"/>
                </a:cubicBezTo>
                <a:cubicBezTo>
                  <a:pt x="640999" y="2270228"/>
                  <a:pt x="770481" y="2140746"/>
                  <a:pt x="770481" y="1981022"/>
                </a:cubicBezTo>
                <a:cubicBezTo>
                  <a:pt x="770481" y="1821298"/>
                  <a:pt x="640999" y="1691816"/>
                  <a:pt x="481275" y="1691816"/>
                </a:cubicBezTo>
                <a:close/>
                <a:moveTo>
                  <a:pt x="2764751" y="1113404"/>
                </a:moveTo>
                <a:cubicBezTo>
                  <a:pt x="2605027" y="1113404"/>
                  <a:pt x="2475545" y="1242886"/>
                  <a:pt x="2475545" y="1402610"/>
                </a:cubicBezTo>
                <a:cubicBezTo>
                  <a:pt x="2475545" y="1562334"/>
                  <a:pt x="2605027" y="1691816"/>
                  <a:pt x="2764751" y="1691816"/>
                </a:cubicBezTo>
                <a:cubicBezTo>
                  <a:pt x="2924475" y="1691816"/>
                  <a:pt x="3053957" y="1562334"/>
                  <a:pt x="3053957" y="1402610"/>
                </a:cubicBezTo>
                <a:cubicBezTo>
                  <a:pt x="3053957" y="1242886"/>
                  <a:pt x="2924475" y="1113404"/>
                  <a:pt x="2764751" y="1113404"/>
                </a:cubicBezTo>
                <a:close/>
                <a:moveTo>
                  <a:pt x="532503" y="881964"/>
                </a:moveTo>
                <a:cubicBezTo>
                  <a:pt x="372779" y="881964"/>
                  <a:pt x="243297" y="1011446"/>
                  <a:pt x="243297" y="1171170"/>
                </a:cubicBezTo>
                <a:cubicBezTo>
                  <a:pt x="243297" y="1330894"/>
                  <a:pt x="372779" y="1460376"/>
                  <a:pt x="532503" y="1460376"/>
                </a:cubicBezTo>
                <a:cubicBezTo>
                  <a:pt x="692227" y="1460376"/>
                  <a:pt x="821709" y="1330894"/>
                  <a:pt x="821709" y="1171170"/>
                </a:cubicBezTo>
                <a:cubicBezTo>
                  <a:pt x="821709" y="1011446"/>
                  <a:pt x="692227" y="881964"/>
                  <a:pt x="532503" y="881964"/>
                </a:cubicBezTo>
                <a:close/>
                <a:moveTo>
                  <a:pt x="1162143" y="321316"/>
                </a:moveTo>
                <a:cubicBezTo>
                  <a:pt x="1002419" y="321316"/>
                  <a:pt x="872937" y="450798"/>
                  <a:pt x="872937" y="610522"/>
                </a:cubicBezTo>
                <a:cubicBezTo>
                  <a:pt x="872937" y="770246"/>
                  <a:pt x="1002419" y="899728"/>
                  <a:pt x="1162143" y="899728"/>
                </a:cubicBezTo>
                <a:cubicBezTo>
                  <a:pt x="1321867" y="899728"/>
                  <a:pt x="1451349" y="770246"/>
                  <a:pt x="1451349" y="610522"/>
                </a:cubicBezTo>
                <a:cubicBezTo>
                  <a:pt x="1451349" y="450798"/>
                  <a:pt x="1321867" y="321316"/>
                  <a:pt x="1162143" y="321316"/>
                </a:cubicBezTo>
                <a:close/>
                <a:moveTo>
                  <a:pt x="1963447" y="177300"/>
                </a:moveTo>
                <a:cubicBezTo>
                  <a:pt x="1803723" y="177300"/>
                  <a:pt x="1674241" y="306782"/>
                  <a:pt x="1674241" y="466506"/>
                </a:cubicBezTo>
                <a:cubicBezTo>
                  <a:pt x="1674241" y="626230"/>
                  <a:pt x="1803723" y="755712"/>
                  <a:pt x="1963447" y="755712"/>
                </a:cubicBezTo>
                <a:cubicBezTo>
                  <a:pt x="2123171" y="755712"/>
                  <a:pt x="2252653" y="626230"/>
                  <a:pt x="2252653" y="466506"/>
                </a:cubicBezTo>
                <a:cubicBezTo>
                  <a:pt x="2252653" y="306782"/>
                  <a:pt x="2123171" y="177300"/>
                  <a:pt x="1963447" y="177300"/>
                </a:cubicBezTo>
                <a:close/>
                <a:moveTo>
                  <a:pt x="1752672" y="312"/>
                </a:moveTo>
                <a:cubicBezTo>
                  <a:pt x="1817888" y="-690"/>
                  <a:pt x="1885249" y="703"/>
                  <a:pt x="1954799" y="4657"/>
                </a:cubicBezTo>
                <a:cubicBezTo>
                  <a:pt x="2504015" y="53541"/>
                  <a:pt x="2975590" y="412975"/>
                  <a:pt x="3145244" y="944937"/>
                </a:cubicBezTo>
                <a:cubicBezTo>
                  <a:pt x="3412664" y="2126757"/>
                  <a:pt x="2837568" y="2017487"/>
                  <a:pt x="2506889" y="1867964"/>
                </a:cubicBezTo>
                <a:cubicBezTo>
                  <a:pt x="1580987" y="1673869"/>
                  <a:pt x="2725425" y="3197869"/>
                  <a:pt x="1014520" y="3161925"/>
                </a:cubicBezTo>
                <a:cubicBezTo>
                  <a:pt x="-14898" y="3061283"/>
                  <a:pt x="-138545" y="1873713"/>
                  <a:pt x="108747" y="1100212"/>
                </a:cubicBezTo>
                <a:cubicBezTo>
                  <a:pt x="278579" y="569148"/>
                  <a:pt x="774429" y="15339"/>
                  <a:pt x="1752672" y="312"/>
                </a:cubicBezTo>
                <a:close/>
              </a:path>
            </a:pathLst>
          </a:custGeom>
          <a:solidFill>
            <a:srgbClr val="E8E5E4"/>
          </a:solidFill>
          <a:ln>
            <a:solidFill>
              <a:srgbClr val="4F240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25" name="Oval 24">
            <a:extLst>
              <a:ext uri="{FF2B5EF4-FFF2-40B4-BE49-F238E27FC236}">
                <a16:creationId xmlns:a16="http://schemas.microsoft.com/office/drawing/2014/main" id="{76DE25E8-4E99-9F4D-A46B-A926F848D543}"/>
              </a:ext>
            </a:extLst>
          </p:cNvPr>
          <p:cNvSpPr/>
          <p:nvPr/>
        </p:nvSpPr>
        <p:spPr>
          <a:xfrm>
            <a:off x="839278" y="4840907"/>
            <a:ext cx="609600" cy="638629"/>
          </a:xfrm>
          <a:prstGeom prst="ellipse">
            <a:avLst/>
          </a:prstGeom>
          <a:solidFill>
            <a:srgbClr val="E8E5E4"/>
          </a:solidFill>
          <a:ln>
            <a:solidFill>
              <a:srgbClr val="4F2409"/>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BF180EFF-CB2F-C14D-AA60-FF5A32191D99}"/>
              </a:ext>
            </a:extLst>
          </p:cNvPr>
          <p:cNvSpPr/>
          <p:nvPr/>
        </p:nvSpPr>
        <p:spPr>
          <a:xfrm>
            <a:off x="1609534" y="4727817"/>
            <a:ext cx="3846285" cy="81280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endParaRPr lang="en-US" sz="2000" dirty="0"/>
          </a:p>
        </p:txBody>
      </p:sp>
      <p:sp>
        <p:nvSpPr>
          <p:cNvPr id="30" name="Rectangle 29">
            <a:extLst>
              <a:ext uri="{FF2B5EF4-FFF2-40B4-BE49-F238E27FC236}">
                <a16:creationId xmlns:a16="http://schemas.microsoft.com/office/drawing/2014/main" id="{CD391DF8-531F-5C42-9F9C-CC2BD8D76BE0}"/>
              </a:ext>
            </a:extLst>
          </p:cNvPr>
          <p:cNvSpPr/>
          <p:nvPr/>
        </p:nvSpPr>
        <p:spPr>
          <a:xfrm>
            <a:off x="1598883" y="4773831"/>
            <a:ext cx="5433034" cy="81280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r>
              <a:rPr lang="vi-VN" dirty="0"/>
              <a:t>Quản lý Source Code GitHub</a:t>
            </a:r>
            <a:endParaRPr lang="en-US" sz="2000" b="1" dirty="0"/>
          </a:p>
        </p:txBody>
      </p:sp>
      <p:sp>
        <p:nvSpPr>
          <p:cNvPr id="31" name="Freeform 19">
            <a:extLst>
              <a:ext uri="{FF2B5EF4-FFF2-40B4-BE49-F238E27FC236}">
                <a16:creationId xmlns:a16="http://schemas.microsoft.com/office/drawing/2014/main" id="{1E1A5514-FF3A-554D-92CD-AA19D745AA06}"/>
              </a:ext>
            </a:extLst>
          </p:cNvPr>
          <p:cNvSpPr/>
          <p:nvPr/>
        </p:nvSpPr>
        <p:spPr>
          <a:xfrm>
            <a:off x="981632" y="5005408"/>
            <a:ext cx="314672" cy="309626"/>
          </a:xfrm>
          <a:custGeom>
            <a:avLst/>
            <a:gdLst/>
            <a:ahLst/>
            <a:cxnLst/>
            <a:rect l="l" t="t" r="r" b="b"/>
            <a:pathLst>
              <a:path w="3214097" h="3162551">
                <a:moveTo>
                  <a:pt x="1014592" y="2306036"/>
                </a:moveTo>
                <a:cubicBezTo>
                  <a:pt x="854868" y="2306036"/>
                  <a:pt x="725386" y="2435518"/>
                  <a:pt x="725386" y="2595242"/>
                </a:cubicBezTo>
                <a:cubicBezTo>
                  <a:pt x="725386" y="2754966"/>
                  <a:pt x="854868" y="2884448"/>
                  <a:pt x="1014592" y="2884448"/>
                </a:cubicBezTo>
                <a:cubicBezTo>
                  <a:pt x="1174316" y="2884448"/>
                  <a:pt x="1303798" y="2754966"/>
                  <a:pt x="1303798" y="2595242"/>
                </a:cubicBezTo>
                <a:cubicBezTo>
                  <a:pt x="1303798" y="2435518"/>
                  <a:pt x="1174316" y="2306036"/>
                  <a:pt x="1014592" y="2306036"/>
                </a:cubicBezTo>
                <a:close/>
                <a:moveTo>
                  <a:pt x="481275" y="1691816"/>
                </a:moveTo>
                <a:cubicBezTo>
                  <a:pt x="321551" y="1691816"/>
                  <a:pt x="192069" y="1821298"/>
                  <a:pt x="192069" y="1981022"/>
                </a:cubicBezTo>
                <a:cubicBezTo>
                  <a:pt x="192069" y="2140746"/>
                  <a:pt x="321551" y="2270228"/>
                  <a:pt x="481275" y="2270228"/>
                </a:cubicBezTo>
                <a:cubicBezTo>
                  <a:pt x="640999" y="2270228"/>
                  <a:pt x="770481" y="2140746"/>
                  <a:pt x="770481" y="1981022"/>
                </a:cubicBezTo>
                <a:cubicBezTo>
                  <a:pt x="770481" y="1821298"/>
                  <a:pt x="640999" y="1691816"/>
                  <a:pt x="481275" y="1691816"/>
                </a:cubicBezTo>
                <a:close/>
                <a:moveTo>
                  <a:pt x="2764751" y="1113404"/>
                </a:moveTo>
                <a:cubicBezTo>
                  <a:pt x="2605027" y="1113404"/>
                  <a:pt x="2475545" y="1242886"/>
                  <a:pt x="2475545" y="1402610"/>
                </a:cubicBezTo>
                <a:cubicBezTo>
                  <a:pt x="2475545" y="1562334"/>
                  <a:pt x="2605027" y="1691816"/>
                  <a:pt x="2764751" y="1691816"/>
                </a:cubicBezTo>
                <a:cubicBezTo>
                  <a:pt x="2924475" y="1691816"/>
                  <a:pt x="3053957" y="1562334"/>
                  <a:pt x="3053957" y="1402610"/>
                </a:cubicBezTo>
                <a:cubicBezTo>
                  <a:pt x="3053957" y="1242886"/>
                  <a:pt x="2924475" y="1113404"/>
                  <a:pt x="2764751" y="1113404"/>
                </a:cubicBezTo>
                <a:close/>
                <a:moveTo>
                  <a:pt x="532503" y="881964"/>
                </a:moveTo>
                <a:cubicBezTo>
                  <a:pt x="372779" y="881964"/>
                  <a:pt x="243297" y="1011446"/>
                  <a:pt x="243297" y="1171170"/>
                </a:cubicBezTo>
                <a:cubicBezTo>
                  <a:pt x="243297" y="1330894"/>
                  <a:pt x="372779" y="1460376"/>
                  <a:pt x="532503" y="1460376"/>
                </a:cubicBezTo>
                <a:cubicBezTo>
                  <a:pt x="692227" y="1460376"/>
                  <a:pt x="821709" y="1330894"/>
                  <a:pt x="821709" y="1171170"/>
                </a:cubicBezTo>
                <a:cubicBezTo>
                  <a:pt x="821709" y="1011446"/>
                  <a:pt x="692227" y="881964"/>
                  <a:pt x="532503" y="881964"/>
                </a:cubicBezTo>
                <a:close/>
                <a:moveTo>
                  <a:pt x="1162143" y="321316"/>
                </a:moveTo>
                <a:cubicBezTo>
                  <a:pt x="1002419" y="321316"/>
                  <a:pt x="872937" y="450798"/>
                  <a:pt x="872937" y="610522"/>
                </a:cubicBezTo>
                <a:cubicBezTo>
                  <a:pt x="872937" y="770246"/>
                  <a:pt x="1002419" y="899728"/>
                  <a:pt x="1162143" y="899728"/>
                </a:cubicBezTo>
                <a:cubicBezTo>
                  <a:pt x="1321867" y="899728"/>
                  <a:pt x="1451349" y="770246"/>
                  <a:pt x="1451349" y="610522"/>
                </a:cubicBezTo>
                <a:cubicBezTo>
                  <a:pt x="1451349" y="450798"/>
                  <a:pt x="1321867" y="321316"/>
                  <a:pt x="1162143" y="321316"/>
                </a:cubicBezTo>
                <a:close/>
                <a:moveTo>
                  <a:pt x="1963447" y="177300"/>
                </a:moveTo>
                <a:cubicBezTo>
                  <a:pt x="1803723" y="177300"/>
                  <a:pt x="1674241" y="306782"/>
                  <a:pt x="1674241" y="466506"/>
                </a:cubicBezTo>
                <a:cubicBezTo>
                  <a:pt x="1674241" y="626230"/>
                  <a:pt x="1803723" y="755712"/>
                  <a:pt x="1963447" y="755712"/>
                </a:cubicBezTo>
                <a:cubicBezTo>
                  <a:pt x="2123171" y="755712"/>
                  <a:pt x="2252653" y="626230"/>
                  <a:pt x="2252653" y="466506"/>
                </a:cubicBezTo>
                <a:cubicBezTo>
                  <a:pt x="2252653" y="306782"/>
                  <a:pt x="2123171" y="177300"/>
                  <a:pt x="1963447" y="177300"/>
                </a:cubicBezTo>
                <a:close/>
                <a:moveTo>
                  <a:pt x="1752672" y="312"/>
                </a:moveTo>
                <a:cubicBezTo>
                  <a:pt x="1817888" y="-690"/>
                  <a:pt x="1885249" y="703"/>
                  <a:pt x="1954799" y="4657"/>
                </a:cubicBezTo>
                <a:cubicBezTo>
                  <a:pt x="2504015" y="53541"/>
                  <a:pt x="2975590" y="412975"/>
                  <a:pt x="3145244" y="944937"/>
                </a:cubicBezTo>
                <a:cubicBezTo>
                  <a:pt x="3412664" y="2126757"/>
                  <a:pt x="2837568" y="2017487"/>
                  <a:pt x="2506889" y="1867964"/>
                </a:cubicBezTo>
                <a:cubicBezTo>
                  <a:pt x="1580987" y="1673869"/>
                  <a:pt x="2725425" y="3197869"/>
                  <a:pt x="1014520" y="3161925"/>
                </a:cubicBezTo>
                <a:cubicBezTo>
                  <a:pt x="-14898" y="3061283"/>
                  <a:pt x="-138545" y="1873713"/>
                  <a:pt x="108747" y="1100212"/>
                </a:cubicBezTo>
                <a:cubicBezTo>
                  <a:pt x="278579" y="569148"/>
                  <a:pt x="774429" y="15339"/>
                  <a:pt x="1752672" y="312"/>
                </a:cubicBezTo>
                <a:close/>
              </a:path>
            </a:pathLst>
          </a:custGeom>
          <a:solidFill>
            <a:srgbClr val="E8E5E4"/>
          </a:solidFill>
          <a:ln>
            <a:solidFill>
              <a:srgbClr val="4F240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3" name="Slide Number Placeholder 2">
            <a:extLst>
              <a:ext uri="{FF2B5EF4-FFF2-40B4-BE49-F238E27FC236}">
                <a16:creationId xmlns:a16="http://schemas.microsoft.com/office/drawing/2014/main" id="{35F3301E-20AB-0646-B22C-9EB442876A45}"/>
              </a:ext>
            </a:extLst>
          </p:cNvPr>
          <p:cNvSpPr>
            <a:spLocks noGrp="1"/>
          </p:cNvSpPr>
          <p:nvPr>
            <p:ph type="sldNum" sz="quarter" idx="12"/>
          </p:nvPr>
        </p:nvSpPr>
        <p:spPr/>
        <p:txBody>
          <a:bodyPr/>
          <a:lstStyle/>
          <a:p>
            <a:fld id="{E9AE0C10-0EF1-C246-872D-CC0E704EB9A9}" type="slidenum">
              <a:rPr lang="en-VN" smtClean="0"/>
              <a:t>13</a:t>
            </a:fld>
            <a:endParaRPr lang="en-VN"/>
          </a:p>
        </p:txBody>
      </p:sp>
    </p:spTree>
    <p:extLst>
      <p:ext uri="{BB962C8B-B14F-4D97-AF65-F5344CB8AC3E}">
        <p14:creationId xmlns:p14="http://schemas.microsoft.com/office/powerpoint/2010/main" val="897511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834132-0D4C-0B44-AF53-1E53630D08EB}"/>
              </a:ext>
            </a:extLst>
          </p:cNvPr>
          <p:cNvSpPr/>
          <p:nvPr/>
        </p:nvSpPr>
        <p:spPr>
          <a:xfrm>
            <a:off x="269915" y="220407"/>
            <a:ext cx="5065303" cy="889856"/>
          </a:xfrm>
          <a:prstGeom prst="rect">
            <a:avLst/>
          </a:prstGeom>
          <a:noFill/>
          <a:ln w="12700" cap="flat" cmpd="sng" algn="ctr">
            <a:noFill/>
            <a:prstDash val="solid"/>
            <a:miter lim="800000"/>
          </a:ln>
          <a:effectLst>
            <a:outerShdw blurRad="50800" dist="50800" dir="5400000" algn="ctr" rotWithShape="0">
              <a:srgbClr val="000000">
                <a:alpha val="8000"/>
              </a:srgbClr>
            </a:outerShdw>
          </a:effectLst>
        </p:spPr>
        <p:txBody>
          <a:bodyPr rtlCol="0" anchor="ctr"/>
          <a:lstStyle/>
          <a:p>
            <a:pPr algn="ctr">
              <a:defRPr/>
            </a:pPr>
            <a:r>
              <a:rPr lang="en-US" sz="3200" b="1" kern="0" spc="300" dirty="0">
                <a:solidFill>
                  <a:srgbClr val="E7E6E6">
                    <a:lumMod val="10000"/>
                  </a:srgb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DEMO SẢN PHẨM</a:t>
            </a:r>
          </a:p>
        </p:txBody>
      </p:sp>
      <p:sp>
        <p:nvSpPr>
          <p:cNvPr id="4" name="Slide Number Placeholder 3">
            <a:extLst>
              <a:ext uri="{FF2B5EF4-FFF2-40B4-BE49-F238E27FC236}">
                <a16:creationId xmlns:a16="http://schemas.microsoft.com/office/drawing/2014/main" id="{BDA99E8E-7A76-4903-8068-B47B2ED51DFB}"/>
              </a:ext>
            </a:extLst>
          </p:cNvPr>
          <p:cNvSpPr>
            <a:spLocks noGrp="1"/>
          </p:cNvSpPr>
          <p:nvPr>
            <p:ph type="sldNum" sz="quarter" idx="12"/>
          </p:nvPr>
        </p:nvSpPr>
        <p:spPr/>
        <p:txBody>
          <a:bodyPr/>
          <a:lstStyle/>
          <a:p>
            <a:fld id="{E9AE0C10-0EF1-C246-872D-CC0E704EB9A9}" type="slidenum">
              <a:rPr lang="en-VN" smtClean="0"/>
              <a:t>14</a:t>
            </a:fld>
            <a:endParaRPr lang="en-VN"/>
          </a:p>
        </p:txBody>
      </p:sp>
      <p:pic>
        <p:nvPicPr>
          <p:cNvPr id="5" name="Hình ảnh 4">
            <a:extLst>
              <a:ext uri="{FF2B5EF4-FFF2-40B4-BE49-F238E27FC236}">
                <a16:creationId xmlns:a16="http://schemas.microsoft.com/office/drawing/2014/main" id="{48F84A35-3A20-3136-19A9-A10885C55B71}"/>
              </a:ext>
            </a:extLst>
          </p:cNvPr>
          <p:cNvPicPr>
            <a:picLocks noChangeAspect="1"/>
          </p:cNvPicPr>
          <p:nvPr/>
        </p:nvPicPr>
        <p:blipFill>
          <a:blip r:embed="rId2"/>
          <a:stretch>
            <a:fillRect/>
          </a:stretch>
        </p:blipFill>
        <p:spPr>
          <a:xfrm>
            <a:off x="4658736" y="1463055"/>
            <a:ext cx="5933063" cy="4809377"/>
          </a:xfrm>
          <a:prstGeom prst="rect">
            <a:avLst/>
          </a:prstGeom>
        </p:spPr>
      </p:pic>
      <p:sp>
        <p:nvSpPr>
          <p:cNvPr id="3" name="Hộp Văn bản 2">
            <a:extLst>
              <a:ext uri="{FF2B5EF4-FFF2-40B4-BE49-F238E27FC236}">
                <a16:creationId xmlns:a16="http://schemas.microsoft.com/office/drawing/2014/main" id="{FE76330B-EEFE-6BC8-BC01-580915762D3A}"/>
              </a:ext>
            </a:extLst>
          </p:cNvPr>
          <p:cNvSpPr txBox="1"/>
          <p:nvPr/>
        </p:nvSpPr>
        <p:spPr>
          <a:xfrm>
            <a:off x="981074" y="2724150"/>
            <a:ext cx="3076576" cy="769441"/>
          </a:xfrm>
          <a:prstGeom prst="rect">
            <a:avLst/>
          </a:prstGeom>
          <a:noFill/>
        </p:spPr>
        <p:txBody>
          <a:bodyPr wrap="square" rtlCol="0">
            <a:spAutoFit/>
          </a:bodyPr>
          <a:lstStyle/>
          <a:p>
            <a:r>
              <a:rPr lang="en-US" sz="4400" b="1" dirty="0">
                <a:effectLst>
                  <a:outerShdw blurRad="38100" dist="38100" dir="2700000" algn="tl">
                    <a:srgbClr val="000000">
                      <a:alpha val="43137"/>
                    </a:srgbClr>
                  </a:outerShdw>
                </a:effectLst>
              </a:rPr>
              <a:t>LET’S GO</a:t>
            </a:r>
            <a:endParaRPr lang="vi-VN" sz="4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48449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1113</TotalTime>
  <Words>602</Words>
  <Application>Microsoft Office PowerPoint</Application>
  <PresentationFormat>Màn hình rộng</PresentationFormat>
  <Paragraphs>110</Paragraphs>
  <Slides>14</Slides>
  <Notes>1</Notes>
  <HiddenSlides>0</HiddenSlides>
  <MMClips>0</MMClips>
  <ScaleCrop>false</ScaleCrop>
  <HeadingPairs>
    <vt:vector size="6" baseType="variant">
      <vt:variant>
        <vt:lpstr>Phông được Dùng</vt:lpstr>
      </vt:variant>
      <vt:variant>
        <vt:i4>7</vt:i4>
      </vt:variant>
      <vt:variant>
        <vt:lpstr>Chủ đề</vt:lpstr>
      </vt:variant>
      <vt:variant>
        <vt:i4>1</vt:i4>
      </vt:variant>
      <vt:variant>
        <vt:lpstr>Tiêu đề Bản chiếu</vt:lpstr>
      </vt:variant>
      <vt:variant>
        <vt:i4>14</vt:i4>
      </vt:variant>
    </vt:vector>
  </HeadingPairs>
  <TitlesOfParts>
    <vt:vector size="22" baseType="lpstr">
      <vt:lpstr>.VnCourier New</vt:lpstr>
      <vt:lpstr>Arial</vt:lpstr>
      <vt:lpstr>Calibri</vt:lpstr>
      <vt:lpstr>Calibri Light</vt:lpstr>
      <vt:lpstr>Courier New</vt:lpstr>
      <vt:lpstr>Times New Roman</vt:lpstr>
      <vt:lpstr>Wingdings</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Hoang Minh Nguyet 20176839</dc:creator>
  <cp:lastModifiedBy>TU MINH TU 20194701</cp:lastModifiedBy>
  <cp:revision>72</cp:revision>
  <dcterms:created xsi:type="dcterms:W3CDTF">2020-06-02T02:16:03Z</dcterms:created>
  <dcterms:modified xsi:type="dcterms:W3CDTF">2022-07-11T20:59:59Z</dcterms:modified>
</cp:coreProperties>
</file>